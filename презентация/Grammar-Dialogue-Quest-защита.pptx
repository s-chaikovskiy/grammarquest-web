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Малышко Макар, я учусь в 6 «б» классе школы №35.</a:t>
            </a:r>
          </a:p>
          <a:p/>
          <a:p>
            <a:r>
              <a:t>Я прошёл краткий курс по искусственному интеллекту и сделал приложение</a:t>
            </a:r>
          </a:p>
          <a:p>
            <a:r>
              <a:t>для изучения грамматики казахского языка — Grammar Dialogue Quest.</a:t>
            </a:r>
          </a:p>
          <a:p/>
          <a:p>
            <a:r>
              <a:t>Эта версия сделана по заданию моего учителя казахского языка: она дала</a:t>
            </a:r>
          </a:p>
          <a:p>
            <a:r>
              <a:t>темы и образец заданий — сначала диалог, потом правило, потом задание.</a:t>
            </a:r>
          </a:p>
          <a:p/>
          <a:p>
            <a:r>
              <a:t>Доклад займёт около семи минут. Расскажу: как я его сделал, зачем оно</a:t>
            </a:r>
          </a:p>
          <a:p>
            <a:r>
              <a:t>нужно, что внутри и что я хочу 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важно сказать своими словами и спокойно.</a:t>
            </a:r>
          </a:p>
          <a:p/>
          <a:p>
            <a:r>
              <a:t>Курс по искусственному интеллекту дал главное: как правильно поставить</a:t>
            </a:r>
          </a:p>
          <a:p>
            <a:r>
              <a:t>задачу нейросети и как проверить то, что она сделала. Код помогала писать</a:t>
            </a:r>
          </a:p>
          <a:p>
            <a:r>
              <a:t>нейросеть — но что именно делать, зачем и правильно ли получилось, решал я.</a:t>
            </a:r>
          </a:p>
          <a:p/>
          <a:p>
            <a:r>
              <a:t>Если спросят «а что здесь твоего?» — отвечать так же прямо: замысел,</a:t>
            </a:r>
          </a:p>
          <a:p>
            <a:r>
              <a:t>проверка и все решения. Тексты пяти заданий написала учитель, остальные</a:t>
            </a:r>
          </a:p>
          <a:p>
            <a:r>
              <a:t>десять составлены по её образцу и сверены с учебником.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«учебник плохой». Говорить: учебник и учитель дают правило,</a:t>
            </a:r>
          </a:p>
          <a:p>
            <a:r>
              <a:t>а приложение помогает закрепить его сразу, пока тема свежая.</a:t>
            </a:r>
          </a:p>
          <a:p/>
          <a:p>
            <a:r>
              <a:t>Главная мысль слайда: приложение не заменяет учителя. Оно повторяет его</a:t>
            </a:r>
          </a:p>
          <a:p>
            <a:r>
              <a:t>тему и его порядок урока — диалог, правило,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на этом слайде — порядок: диалог, правило, задание. Он такой же,</a:t>
            </a:r>
          </a:p>
          <a:p>
            <a:r>
              <a:t>как в первой версии, которая победила на школьной олимпиаде.</a:t>
            </a:r>
          </a:p>
          <a:p/>
          <a:p>
            <a:r>
              <a:t>Про цифры внизу. Пять заданий написала учитель, я перенёс их дословно.</a:t>
            </a:r>
          </a:p>
          <a:p>
            <a:r>
              <a:t>При сверке с учебником в них нашлось девять мест, которые нужно было</a:t>
            </a:r>
          </a:p>
          <a:p>
            <a:r>
              <a:t>поправить, — каждое исправление записано вместе с источником и отправлено</a:t>
            </a:r>
          </a:p>
          <a:p>
            <a:r>
              <a:t>учителю. Ещё десять заданий по остальным темам составлены по её образцу.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Самый частый вопрос жюри: «что здесь сделал ты, а что нейросеть?».</a:t>
            </a:r>
          </a:p>
          <a:p>
            <a:r>
              <a:t>Отвечать спокойно и честно.</a:t>
            </a:r>
          </a:p>
          <a:p/>
          <a:p>
            <a:r>
              <a:t>Код помогала писать нейросеть. Моя работа — поставить задачу, проверить</a:t>
            </a:r>
          </a:p>
          <a:p>
            <a:r>
              <a:t>результат и найти причину, если что-то не работает. Поэтому приложение</a:t>
            </a:r>
          </a:p>
          <a:p>
            <a:r>
              <a:t>проверяет себя само при каждом изменении — в том числе сверяет текст</a:t>
            </a:r>
          </a:p>
          <a:p>
            <a:r>
              <a:t>учителя с её документом слово в слово, чтобы ничего не исказилось.</a:t>
            </a:r>
          </a:p>
          <a:p/>
          <a:p>
            <a:r>
              <a:t>Про деньги: все сервисы бесплатные. Значит, повторить может любой школьник.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ядро доклада. Не читать по пунктам — рассказать про второй и третий,</a:t>
            </a:r>
          </a:p>
          <a:p>
            <a:r>
              <a:t>остальные видны на слайде.</a:t>
            </a:r>
          </a:p>
          <a:p/>
          <a:p>
            <a:r>
              <a:t>Про второй: учитель просила, чтобы персонаж двигался или говорил. Теперь</a:t>
            </a:r>
          </a:p>
          <a:p>
            <a:r>
              <a:t>Айша и учитель произносят каждую реплику казахским голосом, а пока голос</a:t>
            </a:r>
          </a:p>
          <a:p>
            <a:r>
              <a:t>звучит, персонаж покачивается.</a:t>
            </a:r>
          </a:p>
          <a:p/>
          <a:p>
            <a:r>
              <a:t>Про третий: в задании, где нужно отметить несколько ответов, нельзя</a:t>
            </a:r>
          </a:p>
          <a:p>
            <a:r>
              <a:t>просто нажать всё подряд. Засчитывается только точный набор: пропустил</a:t>
            </a:r>
          </a:p>
          <a:p>
            <a:r>
              <a:t>верный вариант или отметил лишний —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Живую демонстрацию готовить заранее: открыть приложение до выступления,</a:t>
            </a:r>
          </a:p>
          <a:p>
            <a:r>
              <a:t>проверить звук, проверить, что телефон заряжен.</a:t>
            </a:r>
          </a:p>
          <a:p/>
          <a:p>
            <a:r>
              <a:t>Что показать за минуту:</a:t>
            </a:r>
          </a:p>
          <a:p>
            <a:r>
              <a:t>1. Список тем — они в том порядке, в каком их дала учитель.</a:t>
            </a:r>
          </a:p>
          <a:p>
            <a:r>
              <a:t>2. Открыть «Сын есім», нажать «послушать» у реплики Айши и учителя.</a:t>
            </a:r>
          </a:p>
          <a:p>
            <a:r>
              <a:t>3. Перейти к правилу, потом к заданию, выбрать ответ «сары».</a:t>
            </a:r>
          </a:p>
          <a:p>
            <a:r>
              <a:t>4. Во втором задании отметить «үлкен» и «биік» и нажать «Тексеру».</a:t>
            </a:r>
          </a:p>
          <a:p>
            <a:r>
              <a:t>5. Нажать «Рус» — показать, что под казахским текстом появился перевод.</a:t>
            </a:r>
          </a:p>
          <a:p/>
          <a:p>
            <a:r>
              <a:t>Запасной вариант, если проектор не покажет телефон: ролик из комплекта.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Не читать по бумажке — сказать своими словами.</a:t>
            </a:r>
          </a:p>
          <a:p/>
          <a:p>
            <a:r>
              <a:t>Порядок такой. Сначала коротко, что уже сделано. Потом — куда это может</a:t>
            </a:r>
          </a:p>
          <a:p>
            <a:r>
              <a:t>вырасти. И в конце прямая просьба: дайте классы для апробации и методистов.</a:t>
            </a:r>
          </a:p>
          <a:p/>
          <a:p>
            <a:r>
              <a:t>Главная мысль на прощание: учитель даёт тему, а приложение помогает</a:t>
            </a:r>
          </a:p>
          <a:p>
            <a:r>
              <a:t>закрепить её сразу — дома, в дороге, без интернета.</a:t>
            </a:r>
          </a:p>
          <a:p/>
          <a:p>
            <a:r>
              <a:t>ПЕРЕД ЗАЩИТОЙ ОБЯЗАТЕЛЬНО</a:t>
            </a:r>
          </a:p>
          <a:p/>
          <a:p>
            <a:r>
              <a:t>Строка «уже сделано» должна быть правдой, её проверят вопросом.</a:t>
            </a:r>
          </a:p>
          <a:p>
            <a:r>
              <a:t>Когда учитель посмотрит тексты, вписать её ФИО в тексты.py</a:t>
            </a:r>
          </a:p>
          <a:p>
            <a:r>
              <a:t>(TEACHER_RU / TEACHER_KZ). Раздать ссылку одноклассникам и вписать</a:t>
            </a:r>
          </a:p>
          <a:p>
            <a:r>
              <a:t>их число (TESTERS) — живое число убеждает сильнее слов.</a:t>
            </a:r>
          </a:p>
          <a:p/>
          <a:p>
            <a:r>
              <a:t>ЧАСТЫЕ ВОПРОСЫ ЖЮРИ</a:t>
            </a:r>
          </a:p>
          <a:p/>
          <a:p>
            <a:r>
              <a:t>1. «Что здесь сделал ты, а что нейросеть?»</a:t>
            </a:r>
          </a:p>
          <a:p>
            <a:r>
              <a:t>   Нейросеть писала код. Я ставил задачу, проверял результат и решал,</a:t>
            </a:r>
          </a:p>
          <a:p>
            <a:r>
              <a:t>   что оставить, а что убрать.</a:t>
            </a:r>
          </a:p>
          <a:p/>
          <a:p>
            <a:r>
              <a:t>2. «Кто проверял казахский текст?»</a:t>
            </a:r>
          </a:p>
          <a:p>
            <a:r>
              <a:t>   Пять заданий написала учитель. Остальные составлены по её образцу,</a:t>
            </a:r>
          </a:p>
          <a:p>
            <a:r>
              <a:t>   сверены с учебником «Бәйшешек» и отправлены ей на проверку.</a:t>
            </a:r>
          </a:p>
          <a:p/>
          <a:p>
            <a:r>
              <a:t>3. «Откуда картинки?»</a:t>
            </a:r>
          </a:p>
          <a:p>
            <a:r>
              <a:t>   Персонажи нарисованы нейросетью специально для приложения.</a:t>
            </a:r>
          </a:p>
          <a:p/>
          <a:p>
            <a:r>
              <a:t>4. «Почему всего семь тем?»</a:t>
            </a:r>
          </a:p>
          <a:p>
            <a:r>
              <a:t>   Это темы, которые дала учитель. Добавить новую тему просто —</a:t>
            </a:r>
          </a:p>
          <a:p>
            <a:r>
              <a:t>   это первый пункт плана развития.</a:t>
            </a:r>
          </a:p>
          <a:p/>
          <a:p>
            <a:r>
              <a:t>5. «Работает без интернета?»</a:t>
            </a:r>
          </a:p>
          <a:p>
            <a:r>
              <a:t>   Да. Можно включить на телефоне режим полёта и показать.</a:t>
            </a:r>
          </a:p>
          <a:p/>
          <a:p>
            <a:r>
              <a:t>6. «Сколько времени это заняло?»</a:t>
            </a:r>
          </a:p>
          <a:p>
            <a:r>
              <a:t>   Отвечать честно своими словами: сколько ушло на самом 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598010"/>
            <a:ext cx="18288" cy="3588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808" y="1619348"/>
            <a:ext cx="18288" cy="3374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1809" y="1594436"/>
            <a:ext cx="18288" cy="3623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809" y="1608191"/>
            <a:ext cx="18288" cy="34862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3810" y="1529369"/>
            <a:ext cx="18288" cy="4274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11" y="1418028"/>
            <a:ext cx="18288" cy="5387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5811" y="1364082"/>
            <a:ext cx="18288" cy="5927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812" y="1420124"/>
            <a:ext cx="18288" cy="5366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812" y="1330953"/>
            <a:ext cx="18288" cy="62586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8813" y="1294751"/>
            <a:ext cx="18288" cy="6620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9814" y="1434151"/>
            <a:ext cx="18288" cy="5226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4" y="1464060"/>
            <a:ext cx="18288" cy="4927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1815" y="1384227"/>
            <a:ext cx="18288" cy="5725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02815" y="1452109"/>
            <a:ext cx="18288" cy="50470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816" y="1373048"/>
            <a:ext cx="18288" cy="5837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4817" y="1211104"/>
            <a:ext cx="18288" cy="7457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5817" y="1350682"/>
            <a:ext cx="18288" cy="6061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6818" y="1497221"/>
            <a:ext cx="18288" cy="4595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7818" y="1314420"/>
            <a:ext cx="18288" cy="64239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8819" y="1521899"/>
            <a:ext cx="18288" cy="434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9820" y="1362324"/>
            <a:ext cx="18288" cy="5944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820" y="1588192"/>
            <a:ext cx="18288" cy="3686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1821" y="1402593"/>
            <a:ext cx="18288" cy="55422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2821" y="1608379"/>
            <a:ext cx="18288" cy="34843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822" y="1730438"/>
            <a:ext cx="18288" cy="2263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74822" y="1493390"/>
            <a:ext cx="18288" cy="463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5823" y="1699963"/>
            <a:ext cx="18288" cy="2568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36824" y="1696659"/>
            <a:ext cx="18288" cy="2601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824" y="1730617"/>
            <a:ext cx="18288" cy="22619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8825" y="1510085"/>
            <a:ext cx="18288" cy="4467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9826" y="1813300"/>
            <a:ext cx="18288" cy="1435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826" y="1569376"/>
            <a:ext cx="18288" cy="3874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41827" y="1794924"/>
            <a:ext cx="18288" cy="161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2827" y="1658064"/>
            <a:ext cx="18288" cy="29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3828" y="1468577"/>
            <a:ext cx="18288" cy="48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4829" y="1461255"/>
            <a:ext cx="18288" cy="4955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5829" y="1709298"/>
            <a:ext cx="18288" cy="24751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6830" y="1355960"/>
            <a:ext cx="18288" cy="600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7830" y="1544210"/>
            <a:ext cx="18288" cy="4126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08831" y="1401750"/>
            <a:ext cx="18288" cy="55506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89832" y="1456169"/>
            <a:ext cx="18288" cy="5006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70832" y="1567346"/>
            <a:ext cx="18288" cy="3894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51833" y="1530165"/>
            <a:ext cx="18288" cy="4266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2833" y="1502882"/>
            <a:ext cx="18288" cy="4539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3834" y="1310327"/>
            <a:ext cx="18288" cy="646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4835" y="1262769"/>
            <a:ext cx="18288" cy="6940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5835" y="1090870"/>
            <a:ext cx="18288" cy="8659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6836" y="1263430"/>
            <a:ext cx="18288" cy="6933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7836" y="1400128"/>
            <a:ext cx="18288" cy="5566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18837" y="1297107"/>
            <a:ext cx="18288" cy="6597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99838" y="1243918"/>
            <a:ext cx="18288" cy="71289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0838" y="1323396"/>
            <a:ext cx="18288" cy="63341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61839" y="1415333"/>
            <a:ext cx="18288" cy="5414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42839" y="1463824"/>
            <a:ext cx="18288" cy="4929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3840" y="1341278"/>
            <a:ext cx="18288" cy="615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04841" y="1286603"/>
            <a:ext cx="18288" cy="67021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5841" y="1483721"/>
            <a:ext cx="18288" cy="4730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6842" y="1304075"/>
            <a:ext cx="18288" cy="65274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7842" y="1399302"/>
            <a:ext cx="18288" cy="55751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8843" y="1728712"/>
            <a:ext cx="18288" cy="2281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09844" y="1493407"/>
            <a:ext cx="18288" cy="463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90844" y="1744130"/>
            <a:ext cx="18288" cy="2126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71845" y="1748236"/>
            <a:ext cx="18288" cy="208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845" y="1829390"/>
            <a:ext cx="18288" cy="127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3846" y="1885589"/>
            <a:ext cx="18288" cy="7122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4847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5847" y="1818427"/>
            <a:ext cx="18288" cy="1383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6848" y="1720456"/>
            <a:ext cx="18288" cy="2363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57848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38849" y="1692656"/>
            <a:ext cx="18288" cy="2641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9850" y="1850924"/>
            <a:ext cx="18288" cy="105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0850" y="1676557"/>
            <a:ext cx="18288" cy="2802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1851" y="1739854"/>
            <a:ext cx="18288" cy="2169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62851" y="1701269"/>
            <a:ext cx="18288" cy="2555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852" y="1744357"/>
            <a:ext cx="18288" cy="2124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24853" y="1759407"/>
            <a:ext cx="18288" cy="197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05853" y="1844397"/>
            <a:ext cx="18288" cy="11241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86854" y="1672198"/>
            <a:ext cx="18288" cy="28461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67854" y="1627592"/>
            <a:ext cx="18288" cy="3292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8855" y="1465395"/>
            <a:ext cx="18288" cy="4914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29856" y="1707900"/>
            <a:ext cx="18288" cy="24891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0856" y="1606069"/>
            <a:ext cx="18288" cy="35074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91857" y="1450799"/>
            <a:ext cx="18288" cy="50601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2857" y="1544475"/>
            <a:ext cx="18288" cy="4123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53858" y="1443775"/>
            <a:ext cx="18288" cy="5130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4859" y="1453188"/>
            <a:ext cx="18288" cy="5036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5859" y="1481791"/>
            <a:ext cx="18288" cy="47502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6860" y="1396709"/>
            <a:ext cx="18288" cy="56010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77860" y="1286242"/>
            <a:ext cx="18288" cy="67057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58861" y="1317274"/>
            <a:ext cx="18288" cy="63954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9862" y="1413375"/>
            <a:ext cx="18288" cy="5434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20862" y="1486655"/>
            <a:ext cx="18288" cy="47016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863" y="1329392"/>
            <a:ext cx="18288" cy="6274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82863" y="1565288"/>
            <a:ext cx="18288" cy="3915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63864" y="1408519"/>
            <a:ext cx="18288" cy="54829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44865" y="1638681"/>
            <a:ext cx="18288" cy="31813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25865" y="1560024"/>
            <a:ext cx="18288" cy="3967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06866" y="1618064"/>
            <a:ext cx="18288" cy="33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7866" y="1541446"/>
            <a:ext cx="18288" cy="4153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8867" y="1541226"/>
            <a:ext cx="18288" cy="415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9868" y="1755948"/>
            <a:ext cx="18288" cy="2008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30868" y="1742738"/>
            <a:ext cx="18288" cy="2140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1869" y="1723544"/>
            <a:ext cx="18288" cy="2332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92869" y="1723236"/>
            <a:ext cx="18288" cy="233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3870" y="1784781"/>
            <a:ext cx="18288" cy="1720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54871" y="1660919"/>
            <a:ext cx="18288" cy="29589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35871" y="1796724"/>
            <a:ext cx="18288" cy="1600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6872" y="1727960"/>
            <a:ext cx="18288" cy="228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97872" y="1796204"/>
            <a:ext cx="18288" cy="1606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78873" y="1686278"/>
            <a:ext cx="18288" cy="270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59874" y="1852556"/>
            <a:ext cx="18288" cy="1042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40874" y="1845226"/>
            <a:ext cx="18288" cy="111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21875" y="1831868"/>
            <a:ext cx="18288" cy="1249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02875" y="1806327"/>
            <a:ext cx="18288" cy="150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3876" y="1700270"/>
            <a:ext cx="18288" cy="2565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64877" y="1661485"/>
            <a:ext cx="18288" cy="2953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5877" y="1769816"/>
            <a:ext cx="18288" cy="18699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26878" y="1761057"/>
            <a:ext cx="18288" cy="1957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7878" y="1729692"/>
            <a:ext cx="18288" cy="2271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88879" y="1628577"/>
            <a:ext cx="18288" cy="32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69880" y="1740249"/>
            <a:ext cx="18288" cy="2165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50880" y="1599449"/>
            <a:ext cx="18288" cy="3573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1881" y="1617542"/>
            <a:ext cx="18288" cy="33927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712881" y="1695899"/>
            <a:ext cx="18288" cy="260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793882" y="1666652"/>
            <a:ext cx="18288" cy="29016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74883" y="1629378"/>
            <a:ext cx="18288" cy="3274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55883" y="1623677"/>
            <a:ext cx="18288" cy="3331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84" y="1658465"/>
            <a:ext cx="18288" cy="298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7884" y="1602222"/>
            <a:ext cx="18288" cy="35459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98885" y="1703548"/>
            <a:ext cx="18288" cy="2532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79886" y="1652170"/>
            <a:ext cx="18288" cy="3046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0886" y="1660421"/>
            <a:ext cx="18288" cy="2963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9808" y="1956816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8" y="2116328"/>
            <a:ext cx="10692079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180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НАУЧНЫЙ ПРОЕКТ · ГОРОДСКАЯ ОЛИМПИАДА · 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499116"/>
            <a:ext cx="10692079" cy="1030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5600" spc="-157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Grammar Dialogue Quest 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808" y="3242157"/>
            <a:ext cx="10692079" cy="8737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45"/>
              </a:lnSpc>
            </a:pPr>
            <a:r>
              <a:rPr sz="4750" spc="-133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казахская грамматика в три шага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4187570"/>
            <a:ext cx="748445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Приложение по заданию учителя казахского языка: диалог, правило,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задание. Для учеников школ с русским языком обучения. Бесплатное,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открывается по ссылке.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9808" y="5230368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9808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ТЕМ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00551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00551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ЗАДАНИЙ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51295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1295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ЗАПИСЕЙ ОЗВУЧКИ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02039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02039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ШАГА В КАЖДОМ ЗАДАНИИ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6B727B"/>
                </a:solidFill>
                <a:latin typeface="IBM Plex Mono Medium"/>
                <a:cs typeface="IBM Plex Mono Medium"/>
                <a:ea typeface="IBM Plex Mono Medium"/>
              </a:rPr>
              <a:t>МАЛЫШКО МАКАР ЕВГЕНЬЕВИЧ · 6 «Б» КЛАСС · ШКОЛА №35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КАК ЭТО ПОЯВИЛОСЬ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2812"/>
            <a:ext cx="10692079" cy="11345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sz="3450" spc="-76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Прошёл краткий курс по искусственному</a:t>
            </a:r>
          </a:p>
          <a:p>
            <a:pPr algn="l">
              <a:lnSpc>
                <a:spcPts val="3692"/>
              </a:lnSpc>
            </a:pPr>
            <a:r>
              <a:rPr sz="3450" spc="-76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интеллекту — и сделал приложение, а не реферат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4258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Я хотел проверить, может ли школьник с помощью нейросети довести идею до готовой программы, которой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действительно пользуются. Оказалось — может.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851277"/>
            <a:ext cx="32004" cy="19486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Научился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Краткий курс по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искусственному интеллекту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41598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Как поставить задачу и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проверить ответ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851277"/>
            <a:ext cx="32004" cy="1948688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793D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Сделал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Приложение, а не доклад о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приложении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4159885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7 тем и 15 заданий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851277"/>
            <a:ext cx="32004" cy="1948688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7F5400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Проверил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Первая версия победила на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школьной олимпиаде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41598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Третья — по заданию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учителя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851277"/>
            <a:ext cx="32004" cy="19486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Открыл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Бесплатно и по ссылке, без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установки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41598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На телефоне и компьютере,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без интернета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5184013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5383098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Приложение работает прямо сейчас: сайт открыт, любой может зайти и позаниматься.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2964688"/>
            <a:ext cx="5245455" cy="12344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64688"/>
            <a:ext cx="5245455" cy="1513840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64688"/>
            <a:ext cx="32004" cy="15138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ЗАЧЕМ ЭТО НУЖНО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Грамматику учат в каждой школе, а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закрепить правило сразу негде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9381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Казахский — государственный язык и обязательный предмет во всех школах страны, в том числе там, где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обучение идёт на русском.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63520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33391" cy="1066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В учебнике правило стоит отдельно от примера, а верно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ли ответил, ученик узнаёт только после проверки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учителем. До следующего урока ошибка успевает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закрепиться.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3202432"/>
            <a:ext cx="4733391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 приложении правило сразу показано в коротком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диалоге, а ответ проверяется в ту же секунду: при ошибке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ученик видит правильный вариант.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Темы и порядок урока — по заданию учителя казахского языка. Правила сверены с учебником «Бәйшешек» для 5 и 6 классов.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ЧТО СОЗДАНО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Три экрана и семь тем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Ученик открывает приложение, выбирает тему и проходит её по шагам. Лишних разделов нет — только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грамматика.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74316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Первый экран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Айша и учитель, как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устроено задание, смена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языка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2115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Семь тем в порядке листка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учителя, отметка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пройденных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422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Диалог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4422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Короткий разговор по теме,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каждая реплика озвучена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729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Правило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729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Правило темы, сверенное с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учебником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9036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Задание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036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Выбор ответа, проверка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сразу, итог темы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93293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413202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47 записей озвучки, говорящие персонажи, русский перевод по кнопке и работа без интернета.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ЗАДАНИЙ УЧИТЕЛЯ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7347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7347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ПО ЕЁ ОБРАЗЦУ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4886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4886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ИСПРАВЛЕНИЙ С ИСТОЧНИКОМ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202" y="2259330"/>
            <a:ext cx="4337684" cy="2037587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04202" y="2259330"/>
            <a:ext cx="32004" cy="2037587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259330"/>
            <a:ext cx="6153226" cy="2741421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259330"/>
            <a:ext cx="32004" cy="274142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КАК СОЗДАНО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Какими сервисами это сделано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Все инструменты бесплатные и доступны школьнику. Ни за один сервис платить не пришлось.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511298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ЧЕМ СДЕЛАНО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823514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1044" y="2823514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Нейросеть-помощник.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Писала код — я ставил задачу и проверял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результат.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378758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1044" y="3378758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GitHub.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Хранит код и всю историю изменений, там же собираются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версии для Android и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934002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1044" y="3934002"/>
            <a:ext cx="5387670" cy="306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Vercel.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Сам публикует сайт в интернете после каждого исправления.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284776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044" y="4284776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Capacitor и Electron.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Превращают сайт в приложение для телефона и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для Windows.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2511298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48CD8C"/>
                </a:solidFill>
                <a:latin typeface="IBM Plex Mono SemiBold"/>
                <a:cs typeface="IBM Plex Mono SemiBold"/>
                <a:ea typeface="IBM Plex Mono SemiBold"/>
              </a:rPr>
              <a:t>ЧТО ПРОВЕРЯЕТСЯ САМО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8522" y="282493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088" y="282493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7 автотестов при каждом изменении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8522" y="314853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088" y="314853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36 проверок контраста цветов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8522" y="347212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088" y="347212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Сверка текста учителя с её документом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8522" y="379572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088" y="379572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Сверка каждого числа этого доклада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4705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" y="534614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Код открыт: любой может посмотреть, как это сделано, и запустить проверки заново.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ЧТО ОСОБЕННОГО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986"/>
            <a:ext cx="10692079" cy="6464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sz="3350" spc="-7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Четыре вещи, которые делают приложение живым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0136"/>
            <a:ext cx="8767504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Каждая появилась не для красоты: так ученик не бросает тему на середине.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8108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Порядок учителя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00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060001"/>
            <a:ext cx="1805863" cy="6080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Диалог → правило →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задание, как в первой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версии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939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3693985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Темы — с листка учителя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2681084"/>
            <a:ext cx="2010079" cy="525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Говорящие</a:t>
            </a:r>
          </a:p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персонажи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27717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27717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Айша и учитель произносят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каждую реплику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373335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373335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Персонаж двигается, пока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звучит его голос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2681084"/>
            <a:ext cx="2010079" cy="525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Проверка без</a:t>
            </a:r>
          </a:p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поблажек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27717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277171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Ответ проверяется сразу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355555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355555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«Отметить всё подряд» не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засчитывается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268108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Текст сверен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0600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0600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Правила сверены с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учебником «Бәйшешек»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35161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35161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Каждое исправление — с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источником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4775771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4974856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И всё это работает без интернета: после первой загрузки приложение вместе с озвучкой хранится на устройстве.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259330"/>
            <a:ext cx="8588959" cy="1929384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ПОПРОБУЙТЕ САМИ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Откройте на своём телефоне прямо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8553663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Наведите камеру на код. Приложение откроется сразу — устанавливать ничего не нужно.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59330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3777233"/>
            <a:ext cx="2057400" cy="414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Открыть приложение:</a:t>
            </a:r>
          </a:p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grammarquest-web.vercel.app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93010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ПОСТАВИТЬ НА ТЕЛЕФОН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68854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Android: меню → «Установить приложение». iPhone: «Поделиться» → «На экран „Домой“»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29686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ФАЙЛОМ НА ТЕЛЕФОН И КОМПЬЮТЕР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605530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 и Windows — здесь: github.com/s-chaikovskiy/grammarquest-web/releases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КБ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код и стили в сжатом виде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1512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1512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ЗАПРОСОВ В СЕТЬ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1512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после первой загрузки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Приложение целиком, вместе с озвучкой, шрифтом и изображениями, занимает около 1,5 МБ. Скачивается один раз и дальше работает без интернета — проверено замером.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202" y="3472687"/>
            <a:ext cx="4337684" cy="2639059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472687"/>
            <a:ext cx="6153226" cy="212293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КУДА ЭТО МОЖЕТ ВЫРАСТИ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Из школьного проекта — в приложение для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всех школ страны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203195"/>
            <a:ext cx="10692079" cy="92202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2403754"/>
            <a:ext cx="10143439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Уже сделано: 7 тем и 15 заданий по заданию учителя · 47 записей озвучки · работает без интернета — на телефоне и на компьютере</a:t>
            </a:r>
          </a:p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· сайт открыт для всех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724655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О ЧЁМ ПРОШУ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4000499"/>
            <a:ext cx="5604586" cy="140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Дать приложению классы для апробации и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учителей-методистов, которые помогут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добавить темы по школьной программе.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Развивать его дальше я готов сам.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8522" y="3724655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МАСШТАБНОЕ РАЗВИТИЕ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8522" y="403829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088" y="403829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Страница, где учитель сам добавляет задания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8522" y="435274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088" y="435274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Новые темы: глагол, местоимение, наречие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8522" y="466719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088" y="466719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Запись живым голосом носителя языка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498165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088" y="4981651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Кабинет учителя: класс, задания, успеваемость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8522" y="529610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088" y="529610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Публикация в Google Play и App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8522" y="561055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088" y="561055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Бесплатный доступ любой школе Казахстана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GRAMMARQUEST-WEB.VERCEL.APP  ·  МАЛЫШКО МАКАР ЕВГЕНЬЕВИЧ · 6 «Б» КЛАСС · ШКОЛА №35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