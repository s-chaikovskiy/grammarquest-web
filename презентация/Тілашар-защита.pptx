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Макар Малышко, я учусь в 6 «б» классе школы №35.</a:t>
            </a:r>
          </a:p>
          <a:p/>
          <a:p>
            <a:r>
              <a:t>Я сделал приложение для изучения казахского языка. Первая версия победила</a:t>
            </a:r>
          </a:p>
          <a:p>
            <a:r>
              <a:t>на школьной олимпиаде — сегодня показываю вторую и рассказываю, что в ней</a:t>
            </a:r>
          </a:p>
          <a:p>
            <a:r>
              <a:t>появилось и почему.</a:t>
            </a:r>
          </a:p>
          <a:p/>
          <a:p>
            <a:r>
              <a:t>Доклад займёт около семи минут. Отвечу на четыре вопроса: что создано,</a:t>
            </a:r>
          </a:p>
          <a:p>
            <a:r>
              <a:t>для чего, как и что здесь особенного.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показать масштаб одним взглядом: это не демонстрационный пример</a:t>
            </a:r>
          </a:p>
          <a:p>
            <a:r>
              <a:t>из трёх уроков, а курс, которым можно заниматься весь учебный год.</a:t>
            </a:r>
          </a:p>
          <a:p/>
          <a:p>
            <a:r>
              <a:t>Если спросят про уровни: уровень — ориентир, а не замок. Уроки не запираются,</a:t>
            </a:r>
          </a:p>
          <a:p>
            <a:r>
              <a:t>переключиться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Ниша казахского остаётся незакрытой — её я</a:t>
            </a:r>
          </a:p>
          <a:p>
            <a:r>
              <a:t>и попробовал закрыть.</a:t>
            </a:r>
          </a:p>
          <a:p/>
          <a:p>
            <a:r>
              <a:t>Список курсов я проверил на их сайте в день подготовки и поставил дату.</a:t>
            </a:r>
          </a:p>
          <a:p>
            <a:r>
              <a:t>Если жюри захочет — 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вопрос, измерить,</a:t>
            </a:r>
          </a:p>
          <a:p>
            <a:r>
              <a:t>найти причины и проверить результат. Первая версия писалась без такой</a:t>
            </a:r>
          </a:p>
          <a:p>
            <a:r>
              <a:t>проверки, и в ней половина задуманного просто не работала.</a:t>
            </a:r>
          </a:p>
          <a:p/>
          <a:p>
            <a:r>
              <a:t>Именно поэтому я и сделал так, чтобы приложение проверяло себя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стоит сделать паузу: в казахском есть буквы, которых физически</a:t>
            </a:r>
          </a:p>
          <a:p>
            <a:r>
              <a:t>нет 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Если спросят подробнее про окончания — можно показать вживую на слайде 07:</a:t>
            </a:r>
          </a:p>
          <a:p>
            <a:r>
              <a:t>подставить любое 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это не список уроков, а система, которая возвращает материал тогда,</a:t>
            </a:r>
          </a:p>
          <a:p>
            <a:r>
              <a:t>когда он начинает забываться.</a:t>
            </a:r>
          </a:p>
          <a:p/>
          <a:p>
            <a:r>
              <a:t>Если останется время — можно показать «Таблицы окончаний»: подставить любое</a:t>
            </a:r>
          </a:p>
          <a:p>
            <a:r>
              <a:t>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</a:t>
            </a:r>
          </a:p>
          <a:p>
            <a:r>
              <a:t>   и проверил результат. Первая версия писалась без такой проверки — потому</a:t>
            </a:r>
          </a:p>
          <a:p>
            <a:r>
              <a:t>   в ней половина задуманного и не работала.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проверку этого</a:t>
            </a:r>
          </a:p>
          <a:p>
            <a:r>
              <a:t>   замысла на данных и то, что из неё вышло.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касается всего текста. Носитель языка не видел ни одной строки,</a:t>
            </a:r>
          </a:p>
          <a:p>
            <a:r>
              <a:t>   поэтому весь казахский текст — 168 тысяч знаков — выгружен учителю</a:t>
            </a:r>
          </a:p>
          <a:p>
            <a:r>
              <a:t>   на проверку.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Приложение, которое учит казахскому языку тех, кто говорит по-русски.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Вторая версия: первая победила на школьной олимпиаде.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УРОВНЯ ПО КЛАССАМ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Приложение, в котором казахский учат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каждый день по десять минут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Открывается в браузере и ставится на телефон. После первой загрузки работает без интернета — им можно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заниматься где угодно.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946400"/>
            <a:ext cx="32004" cy="17708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КУРС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26 уроков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Три уровня: 5–7, 7–9 и 9–11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класс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2550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Урок идёт четырьмя шагами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946400"/>
            <a:ext cx="32004" cy="17708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ЗАДАНИЯ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225 упражнений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Семь разных типов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Разбор каждой ошибки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946400"/>
            <a:ext cx="32004" cy="17708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СПРАВКА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33 правила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22 темы с примерами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Живые таблицы окончаний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946400"/>
            <a:ext cx="32004" cy="17708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СЛОВАРЬ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 статьи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Собран из самих уроков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Поиск с русской раскладки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0133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004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бесплатное и открыто по ссылке. Устанавливать ничего не обязательно.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ДЛЯ ЧЕГО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А язык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даёт именно короткая ежедневная практика — то, что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202" y="2473388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04202" y="2473388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473388"/>
            <a:ext cx="6153226" cy="239064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2473388"/>
            <a:ext cx="32004" cy="23906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 оно устроено и что проверяет себя само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Содержание уроков лежит отдельно от кода и собирается скриптами. Каждое обновление проходит проверку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прежде, чем попасть к ученикам.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725356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ЧЕГО СОБРАНО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0375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3037573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Приложение.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Работает в браузере, ставится на телефон, живёт без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интернета.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59281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592817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Содержание.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Уроки, правила и словарь — отдельные файлы, а не текст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внутри кода.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414806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4148061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Хранение.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и вся история изменений — на GitHub, сайт обновляет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Vercel сам.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2725356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8522" y="30389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088" y="30389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336259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336259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28 проверок контраста цветов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68618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68618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40097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400978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5010340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7" y="5209425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—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без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29755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Скачивается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759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759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Дальше занимайся где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угодно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Всё это проверяется автотестами при каждом обновлении: сломать незаметно нельзя.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ВНУТРИ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3028"/>
            <a:ext cx="10692079" cy="7525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73"/>
              </a:lnSpc>
            </a:pPr>
            <a:r>
              <a:rPr sz="3900" spc="-8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повторение по расписанию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1658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6072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статьи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96743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9193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11843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их.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ПОКАЖУ ВЖИВУЮ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06501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1229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ИТОГИ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получилось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Ученикам мешала не сложность казахского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языка, а технические барьеры: нельзя было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ввести правильный ответ. Их удалось снять,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ни один не 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всего казахского текста учителем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цифры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1917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19171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5244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52445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бесплатно и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