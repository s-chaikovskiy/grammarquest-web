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а дальше</a:t>
            </a:r>
          </a:p>
          <a:p>
            <a:r>
              <a:t>приложение нужно проверить на живом классе, и без учителей мне это</a:t>
            </a:r>
          </a:p>
          <a:p>
            <a:r>
              <a:t>не сделать.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 и то, что в нём проверено.</a:t>
            </a:r>
          </a:p>
          <a:p/>
          <a:p>
            <a:r>
              <a:t>3. «Результаты апробации есть?»</a:t>
            </a:r>
          </a:p>
          <a:p>
            <a:r>
              <a:t>   Нет. Эксперимент запланирован, сбор данных встроен в приложение,</a:t>
            </a:r>
          </a:p>
          <a:p>
            <a:r>
              <a:t>   данных пока нет. Придумывать проценты я не стал.</a:t>
            </a:r>
          </a:p>
          <a:p/>
          <a:p>
            <a:r>
              <a:t>4. «Уроки писал носитель языка?»</a:t>
            </a:r>
          </a:p>
          <a:p>
            <a:r>
              <a:t>   Нет. Весь казахский текст выгружен учителю на проверку — это первый</a:t>
            </a:r>
          </a:p>
          <a:p>
            <a:r>
              <a:t>   пункт плана развития.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НАУЧНЫЙ ПРОЕКТ · ГОРОДСКАЯ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казахский шаг за шагом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Приложение для учеников 5–11 классов, которые говорят по-русски и учат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казахский язык. Бесплатное, открывается по ссылке.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ЗАДАНИЙ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ТИПОВ УПРАЖНЕНИЙ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КЛАССЫ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КАК ЭТО ПОЯВИЛОСЬ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2812"/>
            <a:ext cx="10692079" cy="11345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Прошёл краткий курс по искусственному</a:t>
            </a:r>
          </a:p>
          <a:p>
            <a:pPr algn="l">
              <a:lnSpc>
                <a:spcPts val="3692"/>
              </a:lnSpc>
            </a:pPr>
            <a:r>
              <a:rPr sz="3450" spc="-7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интеллекту — и сделал приложение, а не реферат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24258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Я хотел проверить, может ли школьник с помощью нейросети довести идею до готовой программы, которой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действительно пользуются. Оказалось — может.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Научился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Краткий курс по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искусственному интеллекту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Как поставить задачу и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проверить ответ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51277"/>
            <a:ext cx="32004" cy="19486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Сделал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Приложение, а не доклад 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приложении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59885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уроков и 225 заданий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51277"/>
            <a:ext cx="32004" cy="19486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Проверил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Первая версия победила на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школьной олимпиаде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Эта — вторая,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переработанная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51277"/>
            <a:ext cx="2522143" cy="19486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51277"/>
            <a:ext cx="32004" cy="19486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85973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24783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Открыл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703701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703701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Бесплатно и по ссылке, без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установки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5988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59885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Ученикам 5–11 классов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любой школы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8401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8309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Приложение работает прямо сейчас: сайт открыт, любой может зайти и позаниматься.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ЗАЧЕМ ЭТО НУЖНО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Казахский учат в каждой школе, а удобно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тренироваться негде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Казахский — государственный язык, обязательный предмет во всех школах страны, в том числе там, где обучение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идёт на русском.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Язык даётся не объёмом, а повторением: десять минут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каждый день дают больше, чем два часа раз в неделю.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 для этого подходит идеально — он всегда с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собой.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Но тренажёров, где объяснение по-русски, а учат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казахскому, почти нет. На duolingo.com говорящим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по-русски доступно девять языков — казахского среди них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нет. Остаются учебник и тетрадь.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Источник: duolingo.com/courses, раздел «Курсы для тех, кто знает русский». Проверено 25.08.2026.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6290"/>
            <a:ext cx="10692079" cy="7236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12"/>
              </a:lnSpc>
            </a:pPr>
            <a:r>
              <a:rPr sz="3750" spc="-8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Пять разделов и понятный экран для каждого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9620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Ученик открывает приложение и сразу видит, где он остановился и что делать дальше. Разбираться в меню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нужно.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4034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Учиться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Дорожка уроков: видно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пройденное и следующий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шаг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Практика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Цель на день, повторение,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карточки слов, спринт на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Словарь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162 слова из уроков, поиск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работает с русской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раскладки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Справка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7635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правила, 22 темы и живые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таблицы окончаний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14826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7635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награды и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выгрузка результатов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таблицей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898963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098048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Крупные кнопки, подсказка после каждой ошибки, возврат на главный экран с любого места, светлая и тёмная тема.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5–7 КЛАСС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7–9 КЛАСС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071856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629783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УРОКОВ · 9–11 КЛАСС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741421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74142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КАК СОЗДАНО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Какими сервисами это сделано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Все инструменты бесплатные и доступны школьнику. Ни за один сервис платить не пришлось.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ЧЕМ СДЕЛАНО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Нейросеть-помощник.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Писала код по моим задачам — я ставил задачу и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проверял результат.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Хранит код и всю историю изменений, там же собирается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Android.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Сам публикует сайт в интернете после каждого исправления.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Превращает сайт в приложение, которое ставится на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телефон.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ЧТО ПРОВЕРЯЕТСЯ САМО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70 автотестов при каждом изменении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28 проверок контраста цветов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формулировок заданий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Сверка каждого числа этого доклада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514705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34614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открыт: любой может посмотреть, как это сделано, и запустить проверки заново.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ОСОБЕННОГО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1725"/>
            <a:ext cx="10692079" cy="675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745"/>
              </a:lnSpc>
            </a:pPr>
            <a:r>
              <a:rPr sz="3500" spc="-7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Четыре вещи, которых нет в обычном тренажёре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80520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Каждая появилась не для красоты, а потому что без неё ученик переставал заниматься.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Принимает русские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буквы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297554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 казахском девять букв,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которых нет на русской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раскладке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3153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393153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 засчитывается,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правильное написание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показывается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Считает окончания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по правилам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29755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Подставь любое своё слово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— увидишь все его формы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7537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7537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 таблица, а правила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казахского языка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01467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Возвращает забытое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08038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080384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Ошибся — задание вернётся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сегодня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53656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53656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Ответил верно — через день,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потом через три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227961"/>
            <a:ext cx="2522143" cy="25214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227961"/>
            <a:ext cx="32004" cy="25214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46265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01467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Работает без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297554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297554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Скачивается один раз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575939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575939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Дальше занимайся где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угодно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15175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35084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Всё это проверяется автотестами при каждом обновлении: сломать незаметно нельзя.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ПОПРОБУЙТЕ 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Откройте на своём телефоне прямо сейчас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Наведите камеру на код. Приложение откроется сразу — устанавливать ничего не нужно.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Открыть приложение: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ПОСТАВИТЬ НА ТЕЛЕФОН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меню → «Установить приложение». iPhone: «Поделиться» → «На экран „Домой“»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ФАЙЛОМ ДЛЯ ANDROID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Готовый файл лежит здесь: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код и стили в сжатом виде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ЗАПРОСОВ В СЕТЬ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после первой загрузки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Приложение целиком, вместе со шрифтом и изображениями, занимает около 1,4 МБ. Скачивается один раз и дальше работает без интернета — проверено замером.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367788"/>
            <a:ext cx="4337684" cy="239775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67788"/>
            <a:ext cx="6153226" cy="212293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Приложение готово. Чтобы им пользовалась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школа, нужна помощь взрослых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619756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О ЧЁМ ПРОШУ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895600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Дать приложению проверку учителей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казахского языка и попробовать его на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настоящем классе. Дальше я готов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развивать его столько, сколько нужно.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619756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ПЛАН РАЗВИТИЯ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93339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93339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Проверка всего казахского текста учителем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26613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26613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Апробация на классе и настоящие цифры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59887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59887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Озвучка: 589 фраз голосом носителя языка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316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316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Новые уроки и разговорные темы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26435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26435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Версия для казахских школ, изучающих русский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КЛАСС · ШКОЛА №35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