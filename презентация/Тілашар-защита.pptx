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Макар Малышко, я учусь в 6 «б» классе школы №35.</a:t>
            </a:r>
          </a:p>
          <a:p/>
          <a:p>
            <a:r>
              <a:t>Я сделал приложение для изучения казахского языка. Первая версия победила</a:t>
            </a:r>
          </a:p>
          <a:p>
            <a:r>
              <a:t>на школьной олимпиаде — сегодня показываю вторую и рассказываю, что в ней</a:t>
            </a:r>
          </a:p>
          <a:p>
            <a:r>
              <a:t>появилось и почему.</a:t>
            </a:r>
          </a:p>
          <a:p/>
          <a:p>
            <a:r>
              <a:t>Доклад займёт около семи минут. Отвечу на четыре вопроса: что создано,</a:t>
            </a:r>
          </a:p>
          <a:p>
            <a:r>
              <a:t>для чего, как и что здесь особенного.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показать масштаб одним взглядом: это не демонстрационный пример</a:t>
            </a:r>
          </a:p>
          <a:p>
            <a:r>
              <a:t>из трёх уроков, а курс, которым можно заниматься весь учебный год.</a:t>
            </a:r>
          </a:p>
          <a:p/>
          <a:p>
            <a:r>
              <a:t>Если спросят про уровни: уровень — ориентир, а не замок. Уроки не запираются,</a:t>
            </a:r>
          </a:p>
          <a:p>
            <a:r>
              <a:t>переключиться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Ниша казахского остаётся незакрытой — её я</a:t>
            </a:r>
          </a:p>
          <a:p>
            <a:r>
              <a:t>и попробовал закрыть.</a:t>
            </a:r>
          </a:p>
          <a:p/>
          <a:p>
            <a:r>
              <a:t>Список курсов я проверил на их сайте в день подготовки и поставил дату.</a:t>
            </a:r>
          </a:p>
          <a:p>
            <a:r>
              <a:t>Если жюри захочет — 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вопрос, измерить,</a:t>
            </a:r>
          </a:p>
          <a:p>
            <a:r>
              <a:t>найти причины и проверить результат. Первая версия писалась без такой</a:t>
            </a:r>
          </a:p>
          <a:p>
            <a:r>
              <a:t>проверки, и в ней половина задуманного просто не работала.</a:t>
            </a:r>
          </a:p>
          <a:p/>
          <a:p>
            <a:r>
              <a:t>Именно поэтому я и сделал так, чтобы приложение проверяло себя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первую версию и бросали.</a:t>
            </a:r>
          </a:p>
          <a:p/>
          <a:p>
            <a:r>
              <a:t>Если спросят «а нельзя поставить казахскую раскладку» — можно, но школьник</a:t>
            </a:r>
          </a:p>
          <a:p>
            <a:r>
              <a:t>не будет переключать раскладку на каждое задание, а на телефоне это ещё</a:t>
            </a:r>
          </a:p>
          <a:p>
            <a:r>
              <a:t>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Сначала я сделал «как у всех» — допуск в один-два символа. И проверка стала</a:t>
            </a:r>
          </a:p>
          <a:p>
            <a:r>
              <a:t>засчитывать «ты читаешь» вместо «я читаю». Ученик получал похвалу за неверную</a:t>
            </a:r>
          </a:p>
          <a:p>
            <a:r>
              <a:t>форму — это хуже, чем строгий отказ.</a:t>
            </a:r>
          </a:p>
          <a:p/>
          <a:p>
            <a:r>
              <a:t>Если спросят, откуда правило: из свойства казахского языка. Окончание —</a:t>
            </a:r>
          </a:p>
          <a:p>
            <a:r>
              <a:t>отдельная часть слова,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содержательная часть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Коротко: это не список уроков, а система, которая возвращает материал тогда,</a:t>
            </a:r>
          </a:p>
          <a:p>
            <a:r>
              <a:t>когда он начинает забываться.</a:t>
            </a:r>
          </a:p>
          <a:p/>
          <a:p>
            <a:r>
              <a:t>Если останется время — можно показать «Таблицы окончаний»: подставить любое</a:t>
            </a:r>
          </a:p>
          <a:p>
            <a:r>
              <a:t>слово прямо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</a:t>
            </a:r>
          </a:p>
          <a:p>
            <a:r>
              <a:t>   и проверил результат. Первая версия писалась без такой проверки — потому</a:t>
            </a:r>
          </a:p>
          <a:p>
            <a:r>
              <a:t>   в ней половина задуманного и не работала.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проверку этого</a:t>
            </a:r>
          </a:p>
          <a:p>
            <a:r>
              <a:t>   замысла на данных и то, что из неё вышло.</a:t>
            </a:r>
          </a:p>
          <a:p/>
          <a:p>
            <a:r>
              <a:t>3. «Результаты апробации есть?»</a:t>
            </a:r>
          </a:p>
          <a:p>
            <a:r>
              <a:t>   Нет. Эксперимент запланирован, сбор данных встроен в приложение,</a:t>
            </a:r>
          </a:p>
          <a:p>
            <a:r>
              <a:t>   данных пока нет. Придумывать проценты я не стал.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касается всего текста. Носитель языка не видел ни одной строки,</a:t>
            </a:r>
          </a:p>
          <a:p>
            <a:r>
              <a:t>   поэтому весь казахский текст — 168 тысяч знаков — выгружен учителю</a:t>
            </a:r>
          </a:p>
          <a:p>
            <a:r>
              <a:t>   на проверку.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Приложение, которое учит казахскому языку тех, кто говорит по-русски.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Вторая версия: первая победила на школьной олимпиаде.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ОТВЕТОВ ТРЕБУЮТ ОСОБЫХ БУКВ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Приложение, в котором казахский учат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каждый день по десять минут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Открывается в браузере и ставится на телефон. После первой загрузки работает без интернета — им можно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заниматься где угодно.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946400"/>
            <a:ext cx="32004" cy="17708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КУРС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26 уроков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9882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Три уровня: 5–7, 7–9 и 9–11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класс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550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2550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Урок идёт четырьмя шагами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946400"/>
            <a:ext cx="32004" cy="17708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ЗАДАНИЯ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225 упражнений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Семь разных типов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Разбор каждой ошибки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946400"/>
            <a:ext cx="32004" cy="17708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СПРАВКА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33 правила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22 темы с примерами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Живые таблицы окончаний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946400"/>
            <a:ext cx="2522143" cy="17708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946400"/>
            <a:ext cx="32004" cy="17708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1810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СЛОВАРЬ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419906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 статьи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9882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9882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Собран из самих уроков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07720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07720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Поиск с русской раскладки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0133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0042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бесплатное и открыто по ссылке. Устанавливать ничего не обязательно.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ДЛЯ ЧЕГО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А язык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даёт именно короткая ежедневная практика — то, что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202" y="2473388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04202" y="2473388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473388"/>
            <a:ext cx="6153226" cy="239064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2473388"/>
            <a:ext cx="32004" cy="23906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 оно устроено и что проверяет себя само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Содержание уроков лежит отдельно от кода и собирается скриптами. Каждое обновление проходит проверку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прежде, чем попасть к ученикам.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725356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ЧЕГО СОБРАНО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0375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3037573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Приложение.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Работает в браузере, ставится на телефон, живёт без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интернета.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592817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592817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Содержание.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Уроки, правила и словарь — отдельные файлы, а не текст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внутри кода.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414806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4148061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Хранение.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и вся история изменений — на GitHub, сайт обновляет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Vercel сам.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2725356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8522" y="303899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088" y="303899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336259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336259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28 проверок контраста цветов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68618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68618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40097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400978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" y="5010340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7" y="5209425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5418"/>
            <a:ext cx="10692079" cy="8200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48"/>
              </a:lnSpc>
            </a:pPr>
            <a:r>
              <a:rPr sz="4250" spc="-9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Девять букв, которых нет на клавиатуре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243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казахском есть буквы ә ғ қ ң ө ұ ү һ і. На русской раскладке их физически негде взять. Обычный тренажёр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сравнивает ответ буква в букву — и ученик получает «неверно» за правильный ответ.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19616"/>
            <a:ext cx="3381146" cy="8836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sz="5000" spc="-150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07016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ИЗ 225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58877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содержат хотя бы одну такую букву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19616"/>
            <a:ext cx="3381146" cy="8836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sz="5000" spc="-15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07016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558877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 ввести с русской клавиатуры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19616"/>
            <a:ext cx="3381146" cy="8836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sz="5000" spc="-15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07016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БУКВ В РЯДУ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558877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под каждым полем ввода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14812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12424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принимает ответ, набранный русскими буквами, засчитывает его и показывает правильное написание. А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ряд казахских букв под полем — нажал, и буква вставилась.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0213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Почему допуск на опечатку в казахском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работает не так, как в русском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Обычные тренажёры прощают одну-две ошибки в букве. В казахском это ломает проверку: грамматика живёт 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окончании, и одна буква — это другое лицо.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читаю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ты читаешь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Формы различаются одной буквой: «м» против «с». Ровно столько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же, сколько у обычной описки — отличить их по расстоянию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нельзя.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ПРАВИЛО, КОТОРОЕ Я ВЫВЕЛ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2910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Описка теряет или добавляет букву.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Смена формы подменяет её. Поэтому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допуск работает только при разной длине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ответа — и не больше чем на один символ.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3468"/>
            <a:ext cx="10692079" cy="482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75"/>
              </a:lnSpc>
            </a:pPr>
            <a:r>
              <a:rPr sz="2500" spc="-5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Окончания приложение считает по правилам, а не берёт из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6342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подставляет любое своё слово и видит все его формы: окончание подсвечено, рядом сказано,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почему выбрано именно оно.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7048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4866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4866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Сингармонизм.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Ряд гласного в окончании берётся от основы слова, а не от последней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буквы.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048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048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Озвончение.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даёт «кітабым»: қ, к, п перед гласным окончанием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озвончаются.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3230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3230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Последний звук.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После р, й, у ставится -лар/-лер, после л, м, н, ң — -дар/-дер.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2163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21812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6262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падежей в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2163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21812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ТЕСТ НА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ПРАВИЛАХ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21502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 учебниковых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2163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21812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СТАТЬИ В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СЛОВАРЕ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21502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любое своё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сверх того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22668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42577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Правила покрыты автотестами: сломать их незаметно нельзя — сборка не пройдёт.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ВНУТРИ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3028"/>
            <a:ext cx="10692079" cy="7525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73"/>
              </a:lnSpc>
            </a:pPr>
            <a:r>
              <a:rPr sz="3900" spc="-8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повторение по расписанию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1658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6072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статьи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96743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35209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96743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9193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11843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их.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ПОКАЖУ ВЖИВУЮ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ДЛЯ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Готовый файл лежит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06501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1229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ИТОГИ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получилось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Ученикам мешала не сложность казахского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языка, а технические барьеры: нельзя было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ввести правильный ответ. Их удалось снять,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 ни один не потребовал упрощать сам язык.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всего казахского текста учителем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цифры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1917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19171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5244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52445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бесплатно и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