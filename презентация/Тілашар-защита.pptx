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Малышко Макар, я учусь в 6 «б» классе школы №35.</a:t>
            </a:r>
          </a:p>
          <a:p/>
          <a:p>
            <a:r>
              <a:t>Я прошёл краткий курс по искусственному интеллекту и сделал приложение</a:t>
            </a:r>
          </a:p>
          <a:p>
            <a:r>
              <a:t>для изучения казахского языка — «Тілашар». Оно рассчитано на учеников</a:t>
            </a:r>
          </a:p>
          <a:p>
            <a:r>
              <a:t>с 5 по 11 класс.</a:t>
            </a:r>
          </a:p>
          <a:p/>
          <a:p>
            <a:r>
              <a:t>Доклад займёт около семи минут. Расскажу: как я его сделал, зачем оно</a:t>
            </a:r>
          </a:p>
          <a:p>
            <a:r>
              <a:t>нужно, что внутри и что я хочу делать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сказать своими словами и спокойно.</a:t>
            </a:r>
          </a:p>
          <a:p/>
          <a:p>
            <a:r>
              <a:t>Курс по искусственному интеллекту дал главное: как правильно поставить</a:t>
            </a:r>
          </a:p>
          <a:p>
            <a:r>
              <a:t>задачу нейросети и как проверить то, что она сделала. Код помогала писать</a:t>
            </a:r>
          </a:p>
          <a:p>
            <a:r>
              <a:t>нейросеть — но что именно делать, зачем и правильно ли получилось, решал я.</a:t>
            </a:r>
          </a:p>
          <a:p/>
          <a:p>
            <a:r>
              <a:t>Если спросят «а что здесь твоего?» — отвечать так же прямо: замысел,</a:t>
            </a:r>
          </a:p>
          <a:p>
            <a:r>
              <a:t>содержание уроков, проверка и все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«Duolingo плохой». Говорить: он рассчитан на языки с большой</a:t>
            </a:r>
          </a:p>
          <a:p>
            <a:r>
              <a:t>аудиторией, и это нормально. Место для казахского осталось пустым — его</a:t>
            </a:r>
          </a:p>
          <a:p>
            <a:r>
              <a:t>я и попробовал занять.</a:t>
            </a:r>
          </a:p>
          <a:p/>
          <a:p>
            <a:r>
              <a:t>Главная мысль слайда: приложение должно усилить интерес к языку и дать</a:t>
            </a:r>
          </a:p>
          <a:p>
            <a:r>
              <a:t>больше практики, а не заменить учителя.</a:t>
            </a:r>
          </a:p>
          <a:p/>
          <a:p>
            <a:r>
              <a:t>Список курсов я проверил на их сайте и поставил дату. Если жюри захочет —</a:t>
            </a:r>
          </a:p>
          <a:p>
            <a:r>
              <a:t>можно открыть сайт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перечислять все пять — назвать «Учиться» и «Практику», остальное видно</a:t>
            </a:r>
          </a:p>
          <a:p>
            <a:r>
              <a:t>на слайде.</a:t>
            </a:r>
          </a:p>
          <a:p/>
          <a:p>
            <a:r>
              <a:t>Смысл: это не список уроков, а курс на весь учебный год с тремя уровнями —</a:t>
            </a:r>
          </a:p>
          <a:p>
            <a:r>
              <a:t>5–7, 7–9 и 9–11 класс. Уровень подсказывает, откуда начать, но ничего</a:t>
            </a:r>
          </a:p>
          <a:p>
            <a:r>
              <a:t>не запирает: перейти можно в одно касание.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Самый частый вопрос жюри: «что здесь сделал ты, а что нейросеть?».</a:t>
            </a:r>
          </a:p>
          <a:p>
            <a:r>
              <a:t>Отвечать спокойно и честно.</a:t>
            </a:r>
          </a:p>
          <a:p/>
          <a:p>
            <a:r>
              <a:t>Код помогала писать нейросеть. Моя работа — поставить задачу, проверить</a:t>
            </a:r>
          </a:p>
          <a:p>
            <a:r>
              <a:t>результат и найти причину, если что-то не работает. В первой версии такой</a:t>
            </a:r>
          </a:p>
          <a:p>
            <a:r>
              <a:t>проверки не было, и часть задуманного просто не работала. Поэтому во второй</a:t>
            </a:r>
          </a:p>
          <a:p>
            <a:r>
              <a:t>версии приложение проверяет себя само при каждом изменении.</a:t>
            </a:r>
          </a:p>
          <a:p/>
          <a:p>
            <a:r>
              <a:t>Про деньги: все сервисы бесплатные. Это важно — значит, повторить может</a:t>
            </a:r>
          </a:p>
          <a:p>
            <a:r>
              <a:t>любой школьник.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ядро доклада. Не читать по пунктам — рассказать про первый и третий,</a:t>
            </a:r>
          </a:p>
          <a:p>
            <a:r>
              <a:t>остальные видны на слайде.</a:t>
            </a:r>
          </a:p>
          <a:p/>
          <a:p>
            <a:r>
              <a:t>Про первый сделать паузу: в казахском есть буквы, которых физически нет</a:t>
            </a:r>
          </a:p>
          <a:p>
            <a:r>
              <a:t>на русской клавиатуре. Обычный тренажёр сравнивает ответ буква в букву,</a:t>
            </a:r>
          </a:p>
          <a:p>
            <a:r>
              <a:t>и ученик получает «неверно» за правильный ответ. Именно из-за этого первую</a:t>
            </a:r>
          </a:p>
          <a:p>
            <a:r>
              <a:t>версию бросали.</a:t>
            </a:r>
          </a:p>
          <a:p/>
          <a:p>
            <a:r>
              <a:t>Про третий: приложение само помнит, что начинает забываться, и возвращает</a:t>
            </a:r>
          </a:p>
          <a:p>
            <a:r>
              <a:t>это задание. Ученику не нужно решать, что повторять.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</a:t>
            </a:r>
          </a:p>
          <a:p>
            <a:r>
              <a:t>выбрать короткий урок, проверить, что телефон заряжен.</a:t>
            </a:r>
          </a:p>
          <a:p/>
          <a:p>
            <a:r>
              <a:t>Что показать за минуту:</a:t>
            </a:r>
          </a:p>
          <a:p>
            <a:r>
              <a:t>1. Дорожку уроков — видно, где я сейчас.</a:t>
            </a:r>
          </a:p>
          <a:p>
            <a:r>
              <a:t>2. Открыть урок, дойти до задания.</a:t>
            </a:r>
          </a:p>
          <a:p>
            <a:r>
              <a:t>3. Набрать ответ РУССКИМИ буквами — например «аке» вместо «әке».</a:t>
            </a:r>
          </a:p>
          <a:p>
            <a:r>
              <a:t>   Приложение ответит «Грамматика верна» и покажет правильное написание.</a:t>
            </a:r>
          </a:p>
          <a:p>
            <a:r>
              <a:t>   Это и есть главное.</a:t>
            </a:r>
          </a:p>
          <a:p>
            <a:r>
              <a:t>4. Показать ряд казахских букв под полем.</a:t>
            </a:r>
          </a:p>
          <a:p/>
          <a:p>
            <a:r>
              <a:t>Запасной вариант, если проектор не покажет телефон: слайды с картинками.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по бумажке — сказать своими словами.</a:t>
            </a:r>
          </a:p>
          <a:p/>
          <a:p>
            <a:r>
              <a:t>Порядок такой. Сначала коротко: тексты проверил учитель, ребята уже</a:t>
            </a:r>
          </a:p>
          <a:p>
            <a:r>
              <a:t>позанимались, приложение работает. Потом — куда это может вырасти.</a:t>
            </a:r>
          </a:p>
          <a:p>
            <a:r>
              <a:t>И в конце прямая просьба: дайте классы для апробации и методистов.</a:t>
            </a:r>
          </a:p>
          <a:p/>
          <a:p>
            <a:r>
              <a:t>Главная мысль на прощание: казахский не сложнее других языков. Ученику</a:t>
            </a:r>
          </a:p>
          <a:p>
            <a:r>
              <a:t>мешало то, что он не мог нажать нужную букву. Это я убрал — дальше нужно,</a:t>
            </a:r>
          </a:p>
          <a:p>
            <a:r>
              <a:t>чтобы приложением пользовалась не одна школа.</a:t>
            </a:r>
          </a:p>
          <a:p/>
          <a:p>
            <a:r>
              <a:t>ПЕРЕД ЗАЩИТОЙ ОБЯЗАТЕЛЬНО</a:t>
            </a:r>
          </a:p>
          <a:p/>
          <a:p>
            <a:r>
              <a:t>Строка «уже сделано» должна быть правдой, её проверят вопросом.</a:t>
            </a:r>
          </a:p>
          <a:p>
            <a:r>
              <a:t>Убедиться, что учитель действительно посмотрел тексты, и вписать его ФИО</a:t>
            </a:r>
          </a:p>
          <a:p>
            <a:r>
              <a:t>в тексты.py (TEACHER_RU / TEACHER_KZ). Раздать ссылку одноклассникам</a:t>
            </a:r>
          </a:p>
          <a:p>
            <a:r>
              <a:t>и вписать их число (TESTERS) — живое число убеждает сильнее слов.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ставил задачу, проверял результат</a:t>
            </a:r>
          </a:p>
          <a:p>
            <a:r>
              <a:t>   и искал причину, если что-то не работало. Содержание уроков и все</a:t>
            </a:r>
          </a:p>
          <a:p>
            <a:r>
              <a:t>   решения — мои.</a:t>
            </a:r>
          </a:p>
          <a:p/>
          <a:p>
            <a:r>
              <a:t>2. «Чем это отличается от прошлогодней работы?»</a:t>
            </a:r>
          </a:p>
          <a:p>
            <a:r>
              <a:t>   Тогда я показывал замысел, и он победил. Сейчас показываю работающее</a:t>
            </a:r>
          </a:p>
          <a:p>
            <a:r>
              <a:t>   приложение, которое проверил учитель и попробовали одноклассники.</a:t>
            </a:r>
          </a:p>
          <a:p/>
          <a:p>
            <a:r>
              <a:t>3. «Кто проверял казахский текст?»</a:t>
            </a:r>
          </a:p>
          <a:p>
            <a:r>
              <a:t>   Учитель казахского языка. Тексты выгружаются из приложения одним</a:t>
            </a:r>
          </a:p>
          <a:p>
            <a:r>
              <a:t>   файлом — так проверять удобно, и так же будут проверяться новые уроки.</a:t>
            </a:r>
          </a:p>
          <a:p/>
          <a:p>
            <a:r>
              <a:t>4. «Результаты апробации есть?»</a:t>
            </a:r>
          </a:p>
          <a:p>
            <a:r>
              <a:t>   Одноклассники позанимались и сказали, что мешает — это я исправил.</a:t>
            </a:r>
          </a:p>
          <a:p>
            <a:r>
              <a:t>   Настоящая апробация на классе с цифрами — следующий шаг, сбор данных</a:t>
            </a:r>
          </a:p>
          <a:p>
            <a:r>
              <a:t>   в приложение уже встроен. Придумывать проценты я не стал.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  <a:p>
            <a:r>
              <a:t>   Все сервисы, на которых оно сделано, тоже бесплатные.</a:t>
            </a:r>
          </a:p>
          <a:p/>
          <a:p>
            <a:r>
              <a:t>6. «Сколько времени это заняло?»</a:t>
            </a:r>
          </a:p>
          <a:p>
            <a:r>
              <a:t>   Отвечать честно своими словами: сколько ушло на самом деле.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НАУЧНЫЙ ПРОЕКТ · ГОРОДСКАЯ ОЛИМПИАДА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Тілашар 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казахский шаг за шагом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6454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Приложение для учеников 5–11 классов, которые говорят по-русски и учат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казахский язык. Бесплатное, открывается по ссылке.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ТИПОВ УПРАЖНЕНИЙ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5–11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КЛАССЫ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МАЛЫШКО МАКАР ЕВГЕНЬЕВИЧ · 6 «Б» КЛАСС · ШКОЛА №35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КАК ЭТО ПОЯВИЛОСЬ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2812"/>
            <a:ext cx="10692079" cy="11345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92"/>
              </a:lnSpc>
            </a:pPr>
            <a:r>
              <a:rPr sz="3450" spc="-7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Прошёл краткий курс по искусственному</a:t>
            </a:r>
          </a:p>
          <a:p>
            <a:pPr algn="l">
              <a:lnSpc>
                <a:spcPts val="3692"/>
              </a:lnSpc>
            </a:pPr>
            <a:r>
              <a:rPr sz="3450" spc="-7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интеллекту — и сделал приложение, а не реферат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24258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Я хотел проверить, может ли школьник с помощью нейросети довести идею до готовой программы, которой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действительно пользуются. Оказалось — может.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851277"/>
            <a:ext cx="32004" cy="19486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Научился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Краткий курс по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искусственному интеллекту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159885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Как поставить задачу и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проверить ответ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851277"/>
            <a:ext cx="32004" cy="1948688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Сделал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Приложение, а не доклад 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приложении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4159885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26 уроков и 225 заданий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851277"/>
            <a:ext cx="32004" cy="1948688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Проверил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Первая версия победила на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школьной олимпиаде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4159885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Эта — вторая,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переработанная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851277"/>
            <a:ext cx="32004" cy="19486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Открыл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Бесплатно и по ссылке, без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установки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4159885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Ученикам 5–11 классов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любой школы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184013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383098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Приложение работает прямо сейчас: сайт открыт, любой может зайти и позаниматься.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64688"/>
            <a:ext cx="5245455" cy="14630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64688"/>
            <a:ext cx="5245455" cy="151384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64688"/>
            <a:ext cx="32004" cy="15138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ЗАЧЕМ ЭТО НУЖНО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03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Казахский учат в каждой школе, а удобно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тренироваться негде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Казахский — государственный язык, обязательный предмет во всех школах страны, в том числе там, где обучение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идёт на русском.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6352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Язык даётся не объёмом, а повторением: десять минут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каждый день дают больше, чем два часа раз в неделю.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Телефон для этого подходит идеально — он всегда с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собой.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202432"/>
            <a:ext cx="4733391" cy="10104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Но тренажёров, где объяснение по-русски, а учат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казахскому, почти нет. На duolingo.com говорящим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по-русски доступно девять языков — казахского среди них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нет. Остаются учебник и тетрадь.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Источник: duolingo.com/courses, раздел «Курсы для тех, кто знает русский». Проверено 25.08.2026.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СОЗДАНО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04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6290"/>
            <a:ext cx="10692079" cy="7236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12"/>
              </a:lnSpc>
            </a:pPr>
            <a:r>
              <a:rPr sz="3750" spc="-8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Пять разделов и понятный экран для каждого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96204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Ученик открывает приложение и сразу видит, где он остановился и что делать дальше. Разбираться в меню не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нужно.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40343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Учиться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Дорожка уроков: видно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пройденное и следующий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шаг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Практика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Цель на день, повторение,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карточки слов, спринт на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Словарь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162 слова из уроков, поиск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работает с русской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раскладки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Справка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76359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правила, 22 темы и живые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таблицы окончаний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награды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выгрузка результатов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таблицей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898963"/>
            <a:ext cx="10692079" cy="94043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098048"/>
            <a:ext cx="10143439" cy="57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623 записи казахскими голосами, живые персонажи, крупные кнопки, разбор каждой ошибки и возврат на главный экран с</a:t>
            </a:r>
          </a:p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любого места.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302044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859970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 · 5–7 КЛАСС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7347" y="5302044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7347" y="5859970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 · 7–9 КЛАСС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4886" y="5302044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64886" y="5859970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 · 9–11 КЛАСС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04202" y="2259330"/>
            <a:ext cx="4337684" cy="203758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04202" y="2259330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259330"/>
            <a:ext cx="6153226" cy="2741421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259330"/>
            <a:ext cx="32004" cy="274142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КАК СОЗДАНО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05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Какими сервисами это сделано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Все инструменты бесплатные и доступны школьнику. Ни за один сервис платить не пришлось.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511298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ЧЕМ СДЕЛАНО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282351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044" y="2823514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Нейросеть-помощник.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Писала код — я ставил задачу и проверял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результат.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37875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1044" y="3378758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GitHub.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Хранит код и всю историю изменений, там же собирается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версия для Android.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393400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1044" y="3934002"/>
            <a:ext cx="538767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Vercel.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Сам публикует сайт в интернете после каждого исправления.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7" y="4284776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1044" y="4284776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Capacitor.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Превращает сайт в приложение, которое ставится на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телефон.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2511298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48CD8C"/>
                </a:solidFill>
                <a:latin typeface="IBM Plex Mono SemiBold"/>
                <a:cs typeface="IBM Plex Mono SemiBold"/>
                <a:ea typeface="IBM Plex Mono SemiBold"/>
              </a:rPr>
              <a:t>ЧТО ПРОВЕРЯЕТСЯ САМО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8522" y="282493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088" y="282493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70 автотестов при каждом изменении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8522" y="31485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088" y="31485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36 проверок контраста цветов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8522" y="347212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088" y="347212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Проверка формулировок заданий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8522" y="379572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088" y="379572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Сверка каждого числа этого доклада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514705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7" y="534614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Код открыт: любой может посмотреть, как это сделано, и запустить проверки заново.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ОСОБЕННОГО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1725"/>
            <a:ext cx="10692079" cy="675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745"/>
              </a:lnSpc>
            </a:pPr>
            <a:r>
              <a:rPr sz="3500" spc="-7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Четыре вещи, которых нет в обычном тренажёре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80520"/>
            <a:ext cx="8767504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Каждая появилась не для красоты, а потому что без неё ученик переставал заниматься.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01467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Принимает русские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буквы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9755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297554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 казахском девять букв,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которых нет на русской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раскладке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93153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3931538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Ответ засчитывается,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правильное написание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показывается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2701467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Считает окончания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 правилам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29755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29755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Подставь любое своё слово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и увидишь все его формы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3753739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3753739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Не таблица, а правила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казахского языка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2701467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Возвращает забытое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08038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08038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Ошибся — задание вернётся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сегодня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353656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353656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Ответил верно — через день,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потом через три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2701467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Говорит и слушает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08038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08038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623 записи казахскими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голосами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353656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353656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Персонаж двигается, пока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звучит его реплика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151755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350840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И всё это работает без интернета: после первой загрузки приложение не отправляет в сеть ни одного запроса.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2259330"/>
            <a:ext cx="8588959" cy="1929384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ПОПРОБУЙТЕ САМИ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07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Откройте на своём телефоне прямо сейчас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Наведите камеру на код. Приложение откроется сразу — устанавливать ничего не нужно.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59330"/>
            <a:ext cx="1417320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3777233"/>
            <a:ext cx="2057400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Открыть приложение: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93010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ПОСТАВИТЬ НА ТЕЛЕФОН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768854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меню → «Установить приложение». iPhone: «Поделиться» → «На экран „Домой“»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329686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ФАЙЛОМ НА ТЕЛЕФОН И КОМПЬЮТЕР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05530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 и Windows — здесь: github.com/s-chaikovskiy/grammarquest-web/releases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код и стили в сжатом виде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1512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1512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ЗАПРОСОВ В СЕТЬ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1512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после первой загрузки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Приложение целиком, вместе со шрифтом и изображениями, занимает около 1,4 МБ. Скачивается один раз и дальше работает без интернета — проверено замером.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04202" y="3251707"/>
            <a:ext cx="4337684" cy="263905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3251707"/>
            <a:ext cx="6153226" cy="21229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КУДА ЭТО МОЖЕТ ВЫРАСТИ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Из школьного проекта — в приложение для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всех школ страны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203195"/>
            <a:ext cx="10692079" cy="70104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7" y="2403754"/>
            <a:ext cx="10143439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40"/>
              </a:lnSpc>
            </a:pPr>
            <a:r>
              <a:rPr sz="12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Уже сделано: тексты проверил учитель казахского языка · приложение попробовали одноклассники · сайт работает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03675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 ЧЁМ ПРОШУ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779519"/>
            <a:ext cx="5604586" cy="140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Дать приложению классы для апробации и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учителей-методистов, которые помогут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довести курс до школьной программы.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Развивать его дальше я готов сам.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503675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МАСШТАБНОЕ РАЗВИТИЕ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381731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381731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Полный курс с 5 по 11 класс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413176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413176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Запись живым голосом носителя языка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444621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444621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Кабинет учителя: класс, задания, успеваемость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476067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088" y="4760671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Версия для казахских школ, изучающих русский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8522" y="507512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088" y="507512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Публикация в Google Play и App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8522" y="538957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088" y="538957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Бесплатный доступ любой школе Казахстана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МАЛЫШКО МАКАР ЕВГЕНЬЕВИЧ · 6 «Б» КЛАСС · ШКОЛА №35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