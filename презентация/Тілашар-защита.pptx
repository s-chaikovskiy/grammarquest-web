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Меня зовут Малышко Макар, я учусь в 6 «б» классе школы №35.</a:t>
            </a:r>
          </a:p>
          <a:p/>
          <a:p>
            <a:r>
              <a:t>Я прошёл краткий курс по искусственному интеллекту и сделал приложение</a:t>
            </a:r>
          </a:p>
          <a:p>
            <a:r>
              <a:t>для изучения казахского языка — «Тілашар». Оно рассчитано на учеников</a:t>
            </a:r>
          </a:p>
          <a:p>
            <a:r>
              <a:t>с 5 по 11 класс.</a:t>
            </a:r>
          </a:p>
          <a:p/>
          <a:p>
            <a:r>
              <a:t>Доклад займёт около семи минут. Расскажу: как я его сделал, зачем оно</a:t>
            </a:r>
          </a:p>
          <a:p>
            <a:r>
              <a:t>нужно, что внутри и что я хочу делать дальше.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важно сказать своими словами и спокойно.</a:t>
            </a:r>
          </a:p>
          <a:p/>
          <a:p>
            <a:r>
              <a:t>Курс по искусственному интеллекту дал главное: как правильно поставить</a:t>
            </a:r>
          </a:p>
          <a:p>
            <a:r>
              <a:t>задачу нейросети и как проверить то, что она сделала. Код помогала писать</a:t>
            </a:r>
          </a:p>
          <a:p>
            <a:r>
              <a:t>нейросеть — но что именно делать, зачем и правильно ли получилось, решал я.</a:t>
            </a:r>
          </a:p>
          <a:p/>
          <a:p>
            <a:r>
              <a:t>Если спросят «а что здесь твоего?» — отвечать так же прямо: замысел,</a:t>
            </a:r>
          </a:p>
          <a:p>
            <a:r>
              <a:t>содержание уроков, проверка и все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говорить «Duolingo плохой». Говорить: он рассчитан на языки с большой</a:t>
            </a:r>
          </a:p>
          <a:p>
            <a:r>
              <a:t>аудиторией, и это нормально. Место для казахского осталось пустым — его</a:t>
            </a:r>
          </a:p>
          <a:p>
            <a:r>
              <a:t>я и попробовал занять.</a:t>
            </a:r>
          </a:p>
          <a:p/>
          <a:p>
            <a:r>
              <a:t>Главная мысль слайда: приложение должно усилить интерес к языку и дать</a:t>
            </a:r>
          </a:p>
          <a:p>
            <a:r>
              <a:t>больше практики, а не заменить учителя.</a:t>
            </a:r>
          </a:p>
          <a:p/>
          <a:p>
            <a:r>
              <a:t>Список курсов я проверил на их сайте и поставил дату. Если жюри захочет —</a:t>
            </a:r>
          </a:p>
          <a:p>
            <a:r>
              <a:t>можно открыть сайт прямо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перечислять все пять — назвать «Учиться» и «Практику», остальное видно</a:t>
            </a:r>
          </a:p>
          <a:p>
            <a:r>
              <a:t>на слайде.</a:t>
            </a:r>
          </a:p>
          <a:p/>
          <a:p>
            <a:r>
              <a:t>Смысл: это не список уроков, а курс на весь учебный год с тремя уровнями —</a:t>
            </a:r>
          </a:p>
          <a:p>
            <a:r>
              <a:t>5–7, 7–9 и 9–11 класс. Уровень подсказывает, откуда начать, но ничего</a:t>
            </a:r>
          </a:p>
          <a:p>
            <a:r>
              <a:t>не запирает: перейти можно в одно касание.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Самый частый вопрос жюри: «что здесь сделал ты, а что нейросеть?».</a:t>
            </a:r>
          </a:p>
          <a:p>
            <a:r>
              <a:t>Отвечать спокойно и честно.</a:t>
            </a:r>
          </a:p>
          <a:p/>
          <a:p>
            <a:r>
              <a:t>Код помогала писать нейросеть. Моя работа — поставить задачу, проверить</a:t>
            </a:r>
          </a:p>
          <a:p>
            <a:r>
              <a:t>результат и найти причину, если что-то не работает. В первой версии такой</a:t>
            </a:r>
          </a:p>
          <a:p>
            <a:r>
              <a:t>проверки не было, и часть задуманного просто не работала. Поэтому во второй</a:t>
            </a:r>
          </a:p>
          <a:p>
            <a:r>
              <a:t>версии приложение проверяет себя само при каждом изменении.</a:t>
            </a:r>
          </a:p>
          <a:p/>
          <a:p>
            <a:r>
              <a:t>Про деньги: все сервисы бесплатные. Это важно — значит, повторить может</a:t>
            </a:r>
          </a:p>
          <a:p>
            <a:r>
              <a:t>любой школьник.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ядро доклада. Не читать по пунктам — рассказать про первый и третий,</a:t>
            </a:r>
          </a:p>
          <a:p>
            <a:r>
              <a:t>остальные видны на слайде.</a:t>
            </a:r>
          </a:p>
          <a:p/>
          <a:p>
            <a:r>
              <a:t>Про первый сделать паузу: в казахском есть буквы, которых физически нет</a:t>
            </a:r>
          </a:p>
          <a:p>
            <a:r>
              <a:t>на русской клавиатуре. Обычный тренажёр сравнивает ответ буква в букву,</a:t>
            </a:r>
          </a:p>
          <a:p>
            <a:r>
              <a:t>и ученик получает «неверно» за правильный ответ. Именно из-за этого первую</a:t>
            </a:r>
          </a:p>
          <a:p>
            <a:r>
              <a:t>версию бросали.</a:t>
            </a:r>
          </a:p>
          <a:p/>
          <a:p>
            <a:r>
              <a:t>Про третий: приложение само помнит, что начинает забываться, и возвращает</a:t>
            </a:r>
          </a:p>
          <a:p>
            <a:r>
              <a:t>это задание. Ученику не нужно решать, что повторять.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Живую демонстрацию готовить заранее: открыть приложение до выступления,</a:t>
            </a:r>
          </a:p>
          <a:p>
            <a:r>
              <a:t>выбрать короткий урок, проверить, что телефон заряжен.</a:t>
            </a:r>
          </a:p>
          <a:p/>
          <a:p>
            <a:r>
              <a:t>Что показать за минуту:</a:t>
            </a:r>
          </a:p>
          <a:p>
            <a:r>
              <a:t>1. Дорожку уроков — видно, где я сейчас.</a:t>
            </a:r>
          </a:p>
          <a:p>
            <a:r>
              <a:t>2. Открыть урок, дойти до задания.</a:t>
            </a:r>
          </a:p>
          <a:p>
            <a:r>
              <a:t>3. Набрать ответ РУССКИМИ буквами — например «аке» вместо «әке».</a:t>
            </a:r>
          </a:p>
          <a:p>
            <a:r>
              <a:t>   Приложение ответит «Грамматика верна» и покажет правильное написание.</a:t>
            </a:r>
          </a:p>
          <a:p>
            <a:r>
              <a:t>   Это и есть главное.</a:t>
            </a:r>
          </a:p>
          <a:p>
            <a:r>
              <a:t>4. Показать ряд казахских букв под полем.</a:t>
            </a:r>
          </a:p>
          <a:p/>
          <a:p>
            <a:r>
              <a:t>Запасной вариант, если проектор не покажет телефон: слайды с картинками.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Финал. Не читать по бумажке — сказать своими словами.</a:t>
            </a:r>
          </a:p>
          <a:p/>
          <a:p>
            <a:r>
              <a:t>Порядок такой. Сначала коротко: тексты проверил учитель, ребята уже</a:t>
            </a:r>
          </a:p>
          <a:p>
            <a:r>
              <a:t>позанимались, приложение работает. Потом — куда это может вырасти.</a:t>
            </a:r>
          </a:p>
          <a:p>
            <a:r>
              <a:t>И в конце прямая просьба: дайте классы для апробации и методистов.</a:t>
            </a:r>
          </a:p>
          <a:p/>
          <a:p>
            <a:r>
              <a:t>Главная мысль на прощание: казахский не сложнее других языков. Ученику</a:t>
            </a:r>
          </a:p>
          <a:p>
            <a:r>
              <a:t>мешало то, что он не мог нажать нужную букву. Это я убрал — дальше нужно,</a:t>
            </a:r>
          </a:p>
          <a:p>
            <a:r>
              <a:t>чтобы приложением пользовалась не одна школа.</a:t>
            </a:r>
          </a:p>
          <a:p/>
          <a:p>
            <a:r>
              <a:t>ПЕРЕД ЗАЩИТОЙ ОБЯЗАТЕЛЬНО</a:t>
            </a:r>
          </a:p>
          <a:p/>
          <a:p>
            <a:r>
              <a:t>Строка «уже сделано» должна быть правдой, её проверят вопросом.</a:t>
            </a:r>
          </a:p>
          <a:p>
            <a:r>
              <a:t>Убедиться, что учитель действительно посмотрел тексты, и вписать его ФИО</a:t>
            </a:r>
          </a:p>
          <a:p>
            <a:r>
              <a:t>в тексты.py (TEACHER_RU / TEACHER_KZ). Раздать ссылку одноклассникам</a:t>
            </a:r>
          </a:p>
          <a:p>
            <a:r>
              <a:t>и вписать их число (TESTERS) — живое число убеждает сильнее слов.</a:t>
            </a:r>
          </a:p>
          <a:p/>
          <a:p>
            <a:r>
              <a:t>ЧАСТЫЕ ВОПРОСЫ ЖЮРИ</a:t>
            </a:r>
          </a:p>
          <a:p/>
          <a:p>
            <a:r>
              <a:t>1. «Что здесь сделал ты, а что нейросеть?»</a:t>
            </a:r>
          </a:p>
          <a:p>
            <a:r>
              <a:t>   Код помогала писать нейросеть. Я ставил задачу, проверял результат</a:t>
            </a:r>
          </a:p>
          <a:p>
            <a:r>
              <a:t>   и искал причину, если что-то не работало. Содержание уроков и все</a:t>
            </a:r>
          </a:p>
          <a:p>
            <a:r>
              <a:t>   решения — мои.</a:t>
            </a:r>
          </a:p>
          <a:p/>
          <a:p>
            <a:r>
              <a:t>2. «Чем это отличается от прошлогодней работы?»</a:t>
            </a:r>
          </a:p>
          <a:p>
            <a:r>
              <a:t>   Тогда я показывал замысел, и он победил. Сейчас показываю работающее</a:t>
            </a:r>
          </a:p>
          <a:p>
            <a:r>
              <a:t>   приложение, которое проверил учитель и попробовали одноклассники.</a:t>
            </a:r>
          </a:p>
          <a:p/>
          <a:p>
            <a:r>
              <a:t>3. «Кто проверял казахский текст?»</a:t>
            </a:r>
          </a:p>
          <a:p>
            <a:r>
              <a:t>   Учитель казахского языка. Тексты выгружаются из приложения одним</a:t>
            </a:r>
          </a:p>
          <a:p>
            <a:r>
              <a:t>   файлом — так проверять удобно, и так же будут проверяться новые уроки.</a:t>
            </a:r>
          </a:p>
          <a:p/>
          <a:p>
            <a:r>
              <a:t>4. «Результаты апробации есть?»</a:t>
            </a:r>
          </a:p>
          <a:p>
            <a:r>
              <a:t>   Одноклассники позанимались и сказали, что мешает — это я исправил.</a:t>
            </a:r>
          </a:p>
          <a:p>
            <a:r>
              <a:t>   Настоящая апробация на классе с цифрами — следующий шаг, сбор данных</a:t>
            </a:r>
          </a:p>
          <a:p>
            <a:r>
              <a:t>   в приложение уже встроен. Придумывать проценты я не стал.</a:t>
            </a:r>
          </a:p>
          <a:p/>
          <a:p>
            <a:r>
              <a:t>5. «Приложение платное?»</a:t>
            </a:r>
          </a:p>
          <a:p>
            <a:r>
              <a:t>   Нет. Открывается по ссылке, работает без интернета, ставится на телефон.</a:t>
            </a:r>
          </a:p>
          <a:p>
            <a:r>
              <a:t>   Все сервисы, на которых оно сделано, тоже бесплатные.</a:t>
            </a:r>
          </a:p>
          <a:p/>
          <a:p>
            <a:r>
              <a:t>6. «Сколько времени это заняло?»</a:t>
            </a:r>
          </a:p>
          <a:p>
            <a:r>
              <a:t>   Отвечать честно своими словами: сколько ушло на самом деле.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1598010"/>
            <a:ext cx="18288" cy="3588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0808" y="1619348"/>
            <a:ext cx="18288" cy="3374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1809" y="1594436"/>
            <a:ext cx="18288" cy="3623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92809" y="1608191"/>
            <a:ext cx="18288" cy="34862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3810" y="1529369"/>
            <a:ext cx="18288" cy="4274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4811" y="1418028"/>
            <a:ext cx="18288" cy="5387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5811" y="1364082"/>
            <a:ext cx="18288" cy="5927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16812" y="1420124"/>
            <a:ext cx="18288" cy="5366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97812" y="1330953"/>
            <a:ext cx="18288" cy="62586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78813" y="1294751"/>
            <a:ext cx="18288" cy="6620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9814" y="1434151"/>
            <a:ext cx="18288" cy="5226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40814" y="1464060"/>
            <a:ext cx="18288" cy="4927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21815" y="1384227"/>
            <a:ext cx="18288" cy="5725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02815" y="1452109"/>
            <a:ext cx="18288" cy="50470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83816" y="1373048"/>
            <a:ext cx="18288" cy="5837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64817" y="1211104"/>
            <a:ext cx="18288" cy="7457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5817" y="1350682"/>
            <a:ext cx="18288" cy="6061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6818" y="1497221"/>
            <a:ext cx="18288" cy="4595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07818" y="1314420"/>
            <a:ext cx="18288" cy="64239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8819" y="1521899"/>
            <a:ext cx="18288" cy="434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69820" y="1362324"/>
            <a:ext cx="18288" cy="5944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50820" y="1588192"/>
            <a:ext cx="18288" cy="3686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31821" y="1402593"/>
            <a:ext cx="18288" cy="55422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12821" y="1608379"/>
            <a:ext cx="18288" cy="34843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93822" y="1730438"/>
            <a:ext cx="18288" cy="2263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74822" y="1493390"/>
            <a:ext cx="18288" cy="463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55823" y="1699963"/>
            <a:ext cx="18288" cy="25685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36824" y="1696659"/>
            <a:ext cx="18288" cy="26015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017824" y="1730617"/>
            <a:ext cx="18288" cy="22619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098825" y="1510085"/>
            <a:ext cx="18288" cy="4467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79826" y="1813300"/>
            <a:ext cx="18288" cy="1435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60826" y="1569376"/>
            <a:ext cx="18288" cy="38743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41827" y="1794924"/>
            <a:ext cx="18288" cy="161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22827" y="1658064"/>
            <a:ext cx="18288" cy="29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03828" y="1468577"/>
            <a:ext cx="18288" cy="48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84829" y="1461255"/>
            <a:ext cx="18288" cy="49556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65829" y="1709298"/>
            <a:ext cx="18288" cy="24751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46830" y="1355960"/>
            <a:ext cx="18288" cy="600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7830" y="1544210"/>
            <a:ext cx="18288" cy="4126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08831" y="1401750"/>
            <a:ext cx="18288" cy="55506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89832" y="1456169"/>
            <a:ext cx="18288" cy="5006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70832" y="1567346"/>
            <a:ext cx="18288" cy="3894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51833" y="1530165"/>
            <a:ext cx="18288" cy="4266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32833" y="1502882"/>
            <a:ext cx="18288" cy="4539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13834" y="1310327"/>
            <a:ext cx="18288" cy="646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94835" y="1262769"/>
            <a:ext cx="18288" cy="6940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475835" y="1090870"/>
            <a:ext cx="18288" cy="8659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56836" y="1263430"/>
            <a:ext cx="18288" cy="6933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37836" y="1400128"/>
            <a:ext cx="18288" cy="5566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718837" y="1297107"/>
            <a:ext cx="18288" cy="6597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99838" y="1243918"/>
            <a:ext cx="18288" cy="71289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80838" y="1323396"/>
            <a:ext cx="18288" cy="63341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61839" y="1415333"/>
            <a:ext cx="18288" cy="54148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42839" y="1463824"/>
            <a:ext cx="18288" cy="4929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123840" y="1341278"/>
            <a:ext cx="18288" cy="615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204841" y="1286603"/>
            <a:ext cx="18288" cy="67021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285841" y="1483721"/>
            <a:ext cx="18288" cy="4730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66842" y="1304075"/>
            <a:ext cx="18288" cy="65274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47842" y="1399302"/>
            <a:ext cx="18288" cy="55751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528843" y="1728712"/>
            <a:ext cx="18288" cy="22810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09844" y="1493407"/>
            <a:ext cx="18288" cy="463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90844" y="1744130"/>
            <a:ext cx="18288" cy="2126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771845" y="1748236"/>
            <a:ext cx="18288" cy="208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852845" y="1829390"/>
            <a:ext cx="18288" cy="127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933846" y="1885589"/>
            <a:ext cx="18288" cy="7122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14847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95847" y="1818427"/>
            <a:ext cx="18288" cy="1383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6848" y="1720456"/>
            <a:ext cx="18288" cy="2363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57848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38849" y="1692656"/>
            <a:ext cx="18288" cy="2641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19850" y="1850924"/>
            <a:ext cx="18288" cy="105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500850" y="1676557"/>
            <a:ext cx="18288" cy="2802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581851" y="1739854"/>
            <a:ext cx="18288" cy="21696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62851" y="1701269"/>
            <a:ext cx="18288" cy="2555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852" y="1744357"/>
            <a:ext cx="18288" cy="2124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824853" y="1759407"/>
            <a:ext cx="18288" cy="197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905853" y="1844397"/>
            <a:ext cx="18288" cy="11241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86854" y="1672198"/>
            <a:ext cx="18288" cy="28461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067854" y="1627592"/>
            <a:ext cx="18288" cy="3292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148855" y="1465395"/>
            <a:ext cx="18288" cy="49142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229856" y="1707900"/>
            <a:ext cx="18288" cy="24891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310856" y="1606069"/>
            <a:ext cx="18288" cy="35074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91857" y="1450799"/>
            <a:ext cx="18288" cy="50601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72857" y="1544475"/>
            <a:ext cx="18288" cy="4123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53858" y="1443775"/>
            <a:ext cx="18288" cy="5130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34859" y="1453188"/>
            <a:ext cx="18288" cy="5036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15859" y="1481791"/>
            <a:ext cx="18288" cy="47502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96860" y="1396709"/>
            <a:ext cx="18288" cy="56010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877860" y="1286242"/>
            <a:ext cx="18288" cy="67057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958861" y="1317274"/>
            <a:ext cx="18288" cy="63954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039862" y="1413375"/>
            <a:ext cx="18288" cy="5434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120862" y="1486655"/>
            <a:ext cx="18288" cy="47016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01863" y="1329392"/>
            <a:ext cx="18288" cy="6274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282863" y="1565288"/>
            <a:ext cx="18288" cy="3915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363864" y="1408519"/>
            <a:ext cx="18288" cy="54829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444865" y="1638681"/>
            <a:ext cx="18288" cy="31813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525865" y="1560024"/>
            <a:ext cx="18288" cy="3967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606866" y="1618064"/>
            <a:ext cx="18288" cy="33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687866" y="1541446"/>
            <a:ext cx="18288" cy="4153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68867" y="1541226"/>
            <a:ext cx="18288" cy="415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849868" y="1755948"/>
            <a:ext cx="18288" cy="2008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930868" y="1742738"/>
            <a:ext cx="18288" cy="2140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011869" y="1723544"/>
            <a:ext cx="18288" cy="23327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092869" y="1723236"/>
            <a:ext cx="18288" cy="233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173870" y="1784781"/>
            <a:ext cx="18288" cy="17203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254871" y="1660919"/>
            <a:ext cx="18288" cy="29589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335871" y="1796724"/>
            <a:ext cx="18288" cy="1600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416872" y="1727960"/>
            <a:ext cx="18288" cy="228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497872" y="1796204"/>
            <a:ext cx="18288" cy="1606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578873" y="1686278"/>
            <a:ext cx="18288" cy="270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659874" y="1852556"/>
            <a:ext cx="18288" cy="1042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740874" y="1845226"/>
            <a:ext cx="18288" cy="111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821875" y="1831868"/>
            <a:ext cx="18288" cy="12494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902875" y="1806327"/>
            <a:ext cx="18288" cy="150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983876" y="1700270"/>
            <a:ext cx="18288" cy="2565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064877" y="1661485"/>
            <a:ext cx="18288" cy="2953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45877" y="1769816"/>
            <a:ext cx="18288" cy="18699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226878" y="1761057"/>
            <a:ext cx="18288" cy="1957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307878" y="1729692"/>
            <a:ext cx="18288" cy="2271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388879" y="1628577"/>
            <a:ext cx="18288" cy="32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469880" y="1740249"/>
            <a:ext cx="18288" cy="2165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550880" y="1599449"/>
            <a:ext cx="18288" cy="3573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631881" y="1617542"/>
            <a:ext cx="18288" cy="33927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712881" y="1695899"/>
            <a:ext cx="18288" cy="260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793882" y="1666652"/>
            <a:ext cx="18288" cy="29016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874883" y="1629378"/>
            <a:ext cx="18288" cy="3274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955883" y="1623677"/>
            <a:ext cx="18288" cy="3331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036884" y="1658465"/>
            <a:ext cx="18288" cy="2983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117884" y="1602222"/>
            <a:ext cx="18288" cy="35459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1198885" y="1703548"/>
            <a:ext cx="18288" cy="2532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1279886" y="1652170"/>
            <a:ext cx="18288" cy="3046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1360886" y="1660421"/>
            <a:ext cx="18288" cy="2963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49808" y="1956816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49808" y="2116328"/>
            <a:ext cx="10692079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80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НАУЧНЫЙ ПРОЕКТ · ГОРОДСКАЯ ОЛИМПИАДА · 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49808" y="2499116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Тілашар —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49808" y="3224540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казахский шаг за шагом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49808" y="4297680"/>
            <a:ext cx="7484455" cy="6454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Приложение для учеников 5–11 классов, которые говорят по-русски и учат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казахский язык. Бесплатное, открывается по ссылке.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49808" y="5230368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49808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49808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УРОКОВ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500551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500551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ЗАДАНИЙ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251295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251295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ТИПОВ УПРАЖНЕНИЙ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002039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5–11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002039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КЛАССЫ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6B727B"/>
                </a:solidFill>
                <a:latin typeface="IBM Plex Mono Medium"/>
                <a:cs typeface="IBM Plex Mono Medium"/>
                <a:ea typeface="IBM Plex Mono Medium"/>
              </a:rPr>
              <a:t>МАЛЫШКО МАКАР ЕВГЕНЬЕВИЧ · 6 «Б» КЛАСС · ШКОЛА №35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КАК ЭТО ПОЯВИЛОСЬ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02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2812"/>
            <a:ext cx="10692079" cy="11345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692"/>
              </a:lnSpc>
            </a:pPr>
            <a:r>
              <a:rPr sz="3450" spc="-76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Прошёл краткий курс по искусственному</a:t>
            </a:r>
          </a:p>
          <a:p>
            <a:pPr algn="l">
              <a:lnSpc>
                <a:spcPts val="3692"/>
              </a:lnSpc>
            </a:pPr>
            <a:r>
              <a:rPr sz="3450" spc="-76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интеллекту — и сделал приложение, а не реферат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24258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Я хотел проверить, может ли школьник с помощью нейросети довести идею до готовой программы, которой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действительно пользуются. Оказалось — может.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851277"/>
            <a:ext cx="2522143" cy="19486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851277"/>
            <a:ext cx="32004" cy="194868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085973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24783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Научился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703701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703701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Краткий курс по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искусственному интеллекту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15988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0056" y="4159885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Как поставить задачу и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проверить ответ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3119" y="2851277"/>
            <a:ext cx="2522143" cy="19486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3119" y="2851277"/>
            <a:ext cx="32004" cy="1948688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9151" y="3085973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9151" y="3324783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Сделал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703701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703701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Приложение, а не доклад о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приложении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9151" y="415988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3367" y="4159885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26 уроков и 225 заданий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6431" y="2851277"/>
            <a:ext cx="2522143" cy="19486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6431" y="2851277"/>
            <a:ext cx="32004" cy="1948688"/>
          </a:xfrm>
          <a:prstGeom prst="rect">
            <a:avLst/>
          </a:prstGeom>
          <a:solidFill>
            <a:srgbClr val="7F5400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2463" y="3085973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7F5400"/>
                </a:solidFill>
                <a:latin typeface="IBM Plex Mono SemiBold"/>
                <a:cs typeface="IBM Plex Mono SemiBold"/>
                <a:ea typeface="IBM Plex Mono SemiBol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463" y="3324783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Проверил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3703701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679" y="3703701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Первая версия победила на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школьной олимпиаде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463" y="415988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679" y="4159885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Эта — вторая,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переработанная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19743" y="2851277"/>
            <a:ext cx="2522143" cy="19486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19743" y="2851277"/>
            <a:ext cx="32004" cy="194868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75775" y="3085973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5775" y="3324783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Открыл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5775" y="3703701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9991" y="3703701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Бесплатно и по ссылке, без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установки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5775" y="415988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9991" y="4159885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Ученикам 5–11 классов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любой школы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8" y="5184013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4127" y="5383098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Приложение работает прямо сейчас: сайт открыт, любой может зайти и позаниматься.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2964688"/>
            <a:ext cx="5245455" cy="14630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64688"/>
            <a:ext cx="5245455" cy="151384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964688"/>
            <a:ext cx="32004" cy="15138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ЗАЧЕМ ЭТО НУЖНО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03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Казахский учат в каждой школе, а удобно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тренироваться негде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19381"/>
            <a:ext cx="9409029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Казахский — государственный язык, обязательный предмет во всех школах страны, в том числе там, где обучение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идёт на русском.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763520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200400"/>
            <a:ext cx="4733391" cy="1066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Язык даётся не объёмом, а повторением: десять минут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каждый день дают больше, чем два часа раз в неделю.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Телефон для этого подходит идеально — он всегда с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собой.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2463" y="3202432"/>
            <a:ext cx="4733391" cy="10104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Но тренажёров, где объяснение по-русски, а учат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казахскому, почти нет. На duolingo.com говорящим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по-русски доступно девять языков — казахского среди них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нет. Остаются учебник и тетрадь.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Источник: duolingo.com/courses, раздел «Курсы для тех, кто знает русский». Проверено 25.08.2026.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ЧТО СОЗДАНО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04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6290"/>
            <a:ext cx="10692079" cy="7236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12"/>
              </a:lnSpc>
            </a:pPr>
            <a:r>
              <a:rPr sz="3750" spc="-8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Пять разделов и понятный экран для каждого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96204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Ученик открывает приложение и сразу видит, где он остановился и что делать дальше. Разбираться в меню не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нужно.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40343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14826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Учиться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76359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Дорожка уроков: видно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пройденное и следующий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шаг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2115" y="2514826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Практика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876359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Цель на день, повторение,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карточки слов, спринт на 60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секунд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4422" y="2514826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Словарь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4422" y="2876359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162 слова из уроков, поиск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работает с русской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раскладки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729" y="2514826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Справка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6729" y="2876359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33 правила, 22 темы и живые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таблицы окончаний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9036" y="2514826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Профиль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9036" y="2876359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Статистика, награды и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выгрузка результатов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таблицей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898963"/>
            <a:ext cx="10692079" cy="94043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7" y="4098048"/>
            <a:ext cx="10143439" cy="57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623 записи казахскими голосами, живые персонажи, крупные кнопки, разбор каждой ошибки и возврат на главный экран с</a:t>
            </a:r>
          </a:p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любого места.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5302044"/>
            <a:ext cx="2383219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5859970"/>
            <a:ext cx="2383219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УРОКОВ · 5–7 КЛАСС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07347" y="5302044"/>
            <a:ext cx="2383219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7347" y="5859970"/>
            <a:ext cx="2383219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УРОКОВ · 7–9 КЛАСС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64886" y="5302044"/>
            <a:ext cx="2383219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64886" y="5859970"/>
            <a:ext cx="2383219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УРОКОВ · 9–11 КЛАСС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04202" y="2259330"/>
            <a:ext cx="4337684" cy="2037587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04202" y="2259330"/>
            <a:ext cx="32004" cy="2037587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2259330"/>
            <a:ext cx="6153226" cy="2741421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2259330"/>
            <a:ext cx="32004" cy="274142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КАК СОЗДАНО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05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Какими сервисами это сделано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9195188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Все инструменты бесплатные и доступны школьнику. Ни за один сервис платить не пришлось.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2511298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ЧЕМ СДЕЛАНО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2823514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1044" y="2823514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Нейросеть-помощник.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Писала код — я ставил задачу и проверял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результат.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378758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1044" y="3378758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GitHub.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Хранит код и всю историю изменений, там же собирается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версия для Android.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7" y="3934002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1044" y="3934002"/>
            <a:ext cx="538767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Vercel.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Сам публикует сайт в интернете после каждого исправления.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7" y="4284776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1044" y="4284776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Capacitor.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Превращает сайт в приложение, которое ставится на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телефон.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8522" y="2511298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48CD8C"/>
                </a:solidFill>
                <a:latin typeface="IBM Plex Mono SemiBold"/>
                <a:cs typeface="IBM Plex Mono SemiBold"/>
                <a:ea typeface="IBM Plex Mono SemiBold"/>
              </a:rPr>
              <a:t>ЧТО ПРОВЕРЯЕТСЯ САМО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8522" y="2824937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088" y="2824937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70 автотестов при каждом изменении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8522" y="314853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088" y="314853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36 проверок контраста цветов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8522" y="347212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088" y="3472129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Проверка формулировок заданий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8522" y="379572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088" y="379572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Сверка каждого числа этого доклада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8" y="5147056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127" y="5346141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Код открыт: любой может посмотреть, как это сделано, и запустить проверки заново.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ЧТО ОСОБЕННОГО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06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1725"/>
            <a:ext cx="10692079" cy="675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745"/>
              </a:lnSpc>
            </a:pPr>
            <a:r>
              <a:rPr sz="3500" spc="-7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Четыре вещи, которых нет в обычном тренажёре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80520"/>
            <a:ext cx="8767504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Каждая появилась не для красоты, а потому что без неё ученик переставал заниматься.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27961"/>
            <a:ext cx="2522143" cy="25214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227961"/>
            <a:ext cx="32004" cy="25214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46265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701467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Принимает русские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буквы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29755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297554"/>
            <a:ext cx="1805863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В казахском девять букв,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которых нет на русской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раскладке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93153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0056" y="3931538"/>
            <a:ext cx="1805863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Ответ засчитывается,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правильное написание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показывается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3119" y="2227961"/>
            <a:ext cx="2522143" cy="25214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3119" y="2227961"/>
            <a:ext cx="32004" cy="25214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9151" y="246265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9151" y="2701467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Считает окончания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по правилам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29755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297554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Подставь любое своё слово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и увидишь все его формы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9151" y="3753739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3367" y="3753739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Не таблица, а правила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казахского языка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6431" y="2227961"/>
            <a:ext cx="2522143" cy="25214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6431" y="2227961"/>
            <a:ext cx="32004" cy="25214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2463" y="246265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463" y="2701467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Возвращает забытое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308038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679" y="3080384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Ошибся — задание вернётся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сегодня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463" y="353656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679" y="3536568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Ответил верно — через день,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потом через три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19743" y="2227961"/>
            <a:ext cx="2522143" cy="25214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19743" y="2227961"/>
            <a:ext cx="32004" cy="25214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75775" y="246265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5775" y="2701467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Говорит и слушает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5775" y="308038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9991" y="3080384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623 записи казахскими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голосами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5775" y="353656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9991" y="3536568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Персонаж двигается, пока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звучит его реплика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8" y="5151755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4127" y="5350840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И всё это работает без интернета: после первой загрузки приложение не отправляет в сеть ни одного запроса.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52928" y="2259330"/>
            <a:ext cx="8588959" cy="1929384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ПОПРОБУЙТЕ САМИ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07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Откройте на своём телефоне прямо сейчас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8553663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Наведите камеру на код. Приложение откроется сразу — устанавливать ничего не нужно.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259330"/>
            <a:ext cx="1417320" cy="1417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808" y="3777233"/>
            <a:ext cx="2057400" cy="4149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Открыть приложение:</a:t>
            </a:r>
          </a:p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tilashar-kz.vercel.app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493010"/>
            <a:ext cx="807689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ПОСТАВИТЬ НА ТЕЛЕФОН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768854"/>
            <a:ext cx="8076895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Android: меню → «Установить приложение». iPhone: «Поделиться» → «На экран „Домой“»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3329686"/>
            <a:ext cx="807689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ФАЙЛОМ НА ТЕЛЕФОН И КОМПЬЮТЕР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605530"/>
            <a:ext cx="8076895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Android и Windows — здесь: github.com/s-chaikovskiy/grammarquest-web/releases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504466"/>
            <a:ext cx="3177384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033517"/>
            <a:ext cx="3177384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274330"/>
            <a:ext cx="3177384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код и стили в сжатом виде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1512" y="4504466"/>
            <a:ext cx="3177384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1512" y="5033517"/>
            <a:ext cx="3177384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ЗАПРОСОВ В СЕТЬ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1512" y="5274330"/>
            <a:ext cx="3177384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после первой загрузки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Приложение целиком, вместе со шрифтом и изображениями, занимает около 1,4 МБ. Скачивается один раз и дальше работает без интернета — проверено замером.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04202" y="3251707"/>
            <a:ext cx="4337684" cy="2639059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3251707"/>
            <a:ext cx="6153226" cy="21229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КУДА ЭТО МОЖЕТ ВЫРАСТИ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08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Из школьного проекта — в приложение для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всех школ страны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2203195"/>
            <a:ext cx="10692079" cy="701040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7" y="2403754"/>
            <a:ext cx="10143439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40"/>
              </a:lnSpc>
            </a:pPr>
            <a:r>
              <a:rPr sz="120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Уже сделано: 26 уроков и 623 записи озвучки · работает без интернета — на телефоне и на компьютере · сайт открыт для всех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503675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О ЧЁМ ПРОШУ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3779519"/>
            <a:ext cx="5604586" cy="140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Дать приложению классы для апробации и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учителей-методистов, которые помогут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довести курс до школьной программы.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Развивать его дальше я готов сам.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78522" y="3503675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МАСШТАБНОЕ РАЗВИТИЕ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8522" y="381731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088" y="381731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Полный курс с 5 по 11 класс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8522" y="4131767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088" y="4131767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Запись живым голосом носителя языка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8522" y="444621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088" y="4446219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Кабинет учителя: класс, задания, успеваемость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8522" y="4760671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088" y="4760671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Версия для казахских школ, изучающих русский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8522" y="507512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088" y="507512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Публикация в Google Play и App Store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8522" y="538957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088" y="538957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Бесплатный доступ любой школе Казахстана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TILASHAR-KZ.VERCEL.APP  ·  МАЛЫШКО МАКАР ЕВГЕНЬЕВИЧ · 6 «Б» КЛАСС · ШКОЛА №35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