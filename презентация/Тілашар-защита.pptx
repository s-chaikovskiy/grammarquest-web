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Сразу скажу, откуда взялся проект. Первая версия этого тренажёра победила</a:t>
            </a:r>
          </a:p>
          <a:p>
            <a:r>
              <a:t>на школьной олимпиаде — жюри убедил замысел. Но когда я стал смотреть, как им</a:t>
            </a:r>
          </a:p>
          <a:p>
            <a:r>
              <a:t>пользуются, оказалось, что до конца доходят единицы. Сегодня я рассказываю,</a:t>
            </a:r>
          </a:p>
          <a:p>
            <a:r>
              <a:t>что я за это время выяснил и какой стала вторая версия.</a:t>
            </a:r>
          </a:p>
          <a:p/>
          <a:p>
            <a:r>
              <a:t>Это важная рамка: я не переделываю чужую неудачу, я развиваю свою работу.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 слайда: победа на школьном этапе — это признание идеи, а не</a:t>
            </a:r>
          </a:p>
          <a:p>
            <a:r>
              <a:t>доказательство, что продукт работает. Разница между этими двумя вещами</a:t>
            </a:r>
          </a:p>
          <a:p>
            <a:r>
              <a:t>и есть содержание моей второй версии.</a:t>
            </a:r>
          </a:p>
          <a:p/>
          <a:p>
            <a:r>
              <a:t>Я не стал сразу дописывать программу. Сначала вопрос и гипотеза, потом проверка.</a:t>
            </a:r>
          </a:p>
          <a:p>
            <a:r>
              <a:t>Гипотезу сформулировал так, чтобы её можно было опровергнуть: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 Это и отличает вторую</a:t>
            </a:r>
          </a:p>
          <a:p>
            <a:r>
              <a:t>версию от простого «дописал ещё уроков».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Тон здесь важен. Это не разбор чужих ошибок и не самобичевание: у первой версии</a:t>
            </a:r>
          </a:p>
          <a:p>
            <a:r>
              <a:t>замысел был шире того, что успело заработать, — так бывает с любым прототипом.</a:t>
            </a:r>
          </a:p>
          <a:p>
            <a:r>
              <a:t>Ценность в том, что я это проверил, а не поверил описанию.</a:t>
            </a:r>
          </a:p>
          <a:p/>
          <a:p>
            <a:r>
              <a:t>Главный вывод: описание ничего не доказывает. Проверять 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казахский</a:t>
            </a:r>
          </a:p>
          <a:p>
            <a:r>
              <a:t>текст курса писал не носитель языка — ни новые уроки, ни исходные. Весь текст</a:t>
            </a:r>
          </a:p>
          <a:p>
            <a:r>
              <a:t>выгружен учителю на проверку: уроки, правила и справочник — 168 тысяч знаков.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201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И вторая, не менее важная: прототип победил на школьном этапе за идею. Вторая</a:t>
            </a:r>
          </a:p>
          <a:p>
            <a:r>
              <a:t>версия — про то, как идею довели до состояния, когда ею действительно пользуются.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Первая версия писалась без такой проверки — потому и не доходила</a:t>
            </a:r>
          </a:p>
          <a:p>
            <a:r>
              <a:t>   до конца ни у кого, кроме меня.</a:t>
            </a:r>
          </a:p>
          <a:p/>
          <a:p>
            <a:r>
              <a:t>0. «А чем это отличается от прошлогодней работы?»</a:t>
            </a:r>
          </a:p>
          <a:p>
            <a:r>
              <a:t>   Прошлый раз я показывал замысел, и он победил. В этот раз я показываю проверку</a:t>
            </a:r>
          </a:p>
          <a:p>
            <a:r>
              <a:t>   этого замысла на данных и то, что из проверки вышло: движок сверки ответов,</a:t>
            </a:r>
          </a:p>
          <a:p>
            <a:r>
              <a:t>   базовый курс для 5–7 класса, интервальное повторение, работа без интернета.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относится ко всему курсу. Восемь базовых уроков написал я,</a:t>
            </a:r>
          </a:p>
          <a:p>
            <a:r>
              <a:t>   остальные восемнадцать сгенерировала прежняя программа, а я внёс в них</a:t>
            </a:r>
          </a:p>
          <a:p>
            <a:r>
              <a:t>   44 исправления. Носитель языка не видел ни один урок — поэтому весь</a:t>
            </a:r>
          </a:p>
          <a:p>
            <a:r>
              <a:t>   казахский текст выгружен учителю на проверку: 94 тысячи знаков в уроках</a:t>
            </a:r>
          </a:p>
          <a:p>
            <a:r>
              <a:t>   и ещё 74 тысячи в правилах и справочнике — всего 168 тысяч.</a:t>
            </a:r>
          </a:p>
          <a:p>
            <a:r>
              <a:t>   Говорить именно так: сказать «остальные взяты из прежней версии» значит</a:t>
            </a:r>
          </a:p>
          <a:p>
            <a:r>
              <a:t>   намекнуть, что они проверены. Они не проверены.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 прототипа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 рабочему тренажёру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Первая версия победила на школьной олимпиаде. Рассказываю, что я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узнал за это время и какой стала вторая.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С ЧЕГО НАЧАЛАСЬ ВТОРАЯ ВЕРСИЯ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Прототип победил на школьной олимпиаде. А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потом я стал смотреть, как им пользуются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Замысел жюри убедил. Но за экраном обнаружилось другое: ученики доходили до нескольких заданий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переставали. Вместо того чтобы дописывать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довести прототип до тренажёра, которым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занимаются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свойство прототипа на данных, 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543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543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0982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0982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7421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07421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63859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63859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прототипе я проверял на данных самого проекта. Все проверки — скриптами,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какие задуманные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типы заданий прототип так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 успел включить.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картинок,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 на экране.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проверка ответов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прототипе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прототип не давал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Прототип для казахского был набран шрифтом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5 из 9: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символов самих файлов шрифтов, а не на глаз. Воспроизводится одной командой: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ЗАМЫСЕЛ И ИСПОЛНЕНИЕ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прототип задумал и до чего не успел дойти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553663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описание прототипа с его же кодом. Замысел был шире того, что успело заработать,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обычное дело для первой версии, но проверить стоило.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64904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БЫЛО ЗАДУМАНО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464904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УСПЕЛО ЗАРАБОТАТЬ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720530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849483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84948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Один. У заданий не было пометки типа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15944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88395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3288395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включалось: экран бы не выдержал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598354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727307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72730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задания шли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3726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166219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4166219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приезжал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47617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605131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60513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91509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Живой учитель отвечает иначе: он видит, что именно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сделал 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читаю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читаешь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Формы различаются одной буквой: «м» против «с». Ровно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 — отличить их по расстоянию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443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падежей в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 учебниковых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СТАТЬИ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любое своё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сверх того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Весь казахский текст курса — и восемь новых уроков, и остальные восемнадцать — написан без участия носителя языка и проходит проверку у учителя. Полная выгрузка на сверку лежит в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проекте.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статьи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автоматически. Готовый файл — в разделе Releases: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85704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311584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976844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505896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746708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Оно скачивается один раз и дальше работает без интернета — проверено: в сеть не уходит ни одного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запроса.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Прототип показал,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отправил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 весь курс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Сверка каждого числа доклада с данными проекта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757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2038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ученикам мешала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сложность казахского языка, а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технические барьеры. Их удалось снять, и ни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один не потребовал упрощать сам язык.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Прототип был верной идеей — второй версии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понадобилось довести её до рабочего вида.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всего казахского текста учителем — 168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тысяч знаков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