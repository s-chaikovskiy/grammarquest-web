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623 записи казахскими голосами, живые персонажи, крупные кнопки, разбор каждой ошибки и возврат на главный экран с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любого места.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302044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59970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— я ставил задачу и проверял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36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и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Говорит и слушает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623 записи казахскими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голосами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Персонаж двигается, пока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звучит его реплика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И всё это работает без интернета: после первой загрузки приложение не отправляет в сеть ни одного запроса.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6390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КУДА ЭТО МОЖЕТ ВЫРАСТИ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Из школьного проекта — в приложение для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всех школ страны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Уже сделано: тексты проверил учитель казахского языка · приложение попробовали одноклассники · сайт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классы для апробации и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учителей-методистов, которые помогут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довести курс до школьной программы.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дальше я готов сам.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МАСШТАБНОЕ РАЗВИТИЕ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Полный курс с 5 по 11 класс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Запись живым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44621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44621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Кабинет учителя: класс, задания, успеваемость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76067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76067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07512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07512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Публикация в Google Play и App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3895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3895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Бесплатный доступ любой школе Казахстана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