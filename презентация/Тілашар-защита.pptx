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Проект начался не с идеи, а с раздражения: я занимался казахским в приложении</a:t>
            </a:r>
          </a:p>
          <a:p>
            <a:r>
              <a:t>и раз за разом получал «неверно» там, где ответ был правильный. Я решил разобраться</a:t>
            </a:r>
          </a:p>
          <a:p>
            <a:r>
              <a:t>почему — и оказалось, что причина техническая, и её можно устранить.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я не стал сразу переделывать программу. Сначала вопрос и гипотеза,</a:t>
            </a:r>
          </a:p>
          <a:p>
            <a:r>
              <a:t>потом проверка.</a:t>
            </a:r>
          </a:p>
          <a:p/>
          <a:p>
            <a:r>
              <a:t>Гипотезу я сформулировал так, чтобы её можно было опровергнуть.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не злорадствовать над прежней версией — её писал я же, только раньше</a:t>
            </a:r>
          </a:p>
          <a:p>
            <a:r>
              <a:t>и с помощью нейросети, которая уверенно описывала то, чего не сделала.</a:t>
            </a:r>
          </a:p>
          <a:p/>
          <a:p>
            <a:r>
              <a:t>Главный вывод для меня: описание в документации ничего не доказывает. Проверять</a:t>
            </a:r>
          </a:p>
          <a:p>
            <a:r>
              <a:t>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делаешь» вместо «я делаю».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базовые уроки</a:t>
            </a:r>
          </a:p>
          <a:p>
            <a:r>
              <a:t>писал я, а не носитель языка, поэтому они идут на проверку учителю.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192 килобайта — это меньше одной фотографии.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Прежняя версия была написана без проверки — она и не работала.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Восемь базовых уроков написал я, они помечены в проекте и проходят проверку</a:t>
            </a:r>
          </a:p>
          <a:p>
            <a:r>
              <a:t>   у учителя казахского языка. Остальные взяты из прежней версии курса.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КАЗАХСТАН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Тренажёр, который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спорит с учеником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приложение для тех, кто говорит по-русски и учит казахский.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Рассказываю, почему прежняя версия не работала, что я в ней измерил и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что сделал.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ОТВЕТОВ ТРЕБУЮТ ОСОБЫХ БУКВ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7551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7551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АКТУАЛЬНОСТЬ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все, а тренажёра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русскоязычного ученика почти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изучают во всех школах страны, в том числе там, где обучение идёт на русском. Цифровых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тренажёров, где объяснение даётся по-русски, а учат казахскому, крайне мало.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3078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На duolingo.com в разделе курсов для говорящих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по-русски доступно девять языков: английский,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немецкий, французский, испанский, китайский,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корейский, японский, итальянский, португальский.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Казахского в этом списке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Значит, школьнику остаются учебник и тетрадь. Между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тем язык даёт именно короткая ежедневная практика по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10–15 минут — то, что удобно делать с телефона.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ПРОБЛЕМА ИССЛЕДОВАНИЯ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 меня уже была программа. Она не работала —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 я хотел понять почему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Написанная раньше версия тренажёра существовала, но ученики бросали её через несколько заданий. Вместо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того чтобы переписывать наугад, я поставил вопрос как исследовательский.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ВОПРОС ИССЛЕДОВАНИЯ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именно мешает русскоязычному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школьнику заниматься казахским в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цифровом тренажёре — содержание,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интерфейс или что-то ещё?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ГИПОТЕЗА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Главное препятствие — не сложность языка,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 технические барьеры: ученик физически не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может ввести правильный ответ, а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объяснения написаны не про тот язык.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63775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986"/>
            <a:ext cx="10692079" cy="1101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84"/>
              </a:lnSpc>
            </a:pPr>
            <a:r>
              <a:rPr sz="3350" spc="-7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Цель: превратить нерабочий прототип в тренажёр,</a:t>
            </a:r>
          </a:p>
          <a:p>
            <a:pPr algn="l">
              <a:lnSpc>
                <a:spcPts val="3584"/>
              </a:lnSpc>
            </a:pPr>
            <a:r>
              <a:rPr sz="3350" spc="-7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которым можно пользоваться каждый день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4431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1423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1927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71927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Измерить.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Проверить каждое заявленное свойство прежней версии на данных,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 не на глаз.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36315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3136315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Снять барьер ввода.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Сделать так, чтобы верный ответ засчитывался с обычной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русской клавиатуры.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0070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700703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Достроить содержание.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начинался с уровня 8–11 класса — пятикласснику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за что было зацепиться.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6509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265091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Довести до телефона.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Приложение должно открываться с домашнего экрана и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работать без интернета.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29479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829479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Проверить на людях.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Встроить сбор данных, чтобы результат можно было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измерить, а не заявить.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15743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ОБЪЕКТ И ПРЕДМЕТ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06827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Объект — обучение казахскому языку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русскоязычных школьников 5–11 классов.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Предмет — технические препятствия, из-за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которых цифровой тренажёр перестаёт помогать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начинает мешать.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МЕТОДИКА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проверял: не «кажется», а измерение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Каждое утверждение о прежней версии я проверял на данных самого проекта. Все проверки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скриптами, которые лежат в репозитории и запускаются заново.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Посчитал по файлу уроков,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сколько ответов содержит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буквы, которых нет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русской раскладке.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шрифтов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Прочитал таблицу символов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скачанных шрифтов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проверил наличие казахских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Чтение кода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Нашёл, что заявленные типы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заданий нигде 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включались, а один из них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уронил бы экран.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Замер сборки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Измерил вес приложения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картинок и сравнил 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размером, в котором они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показываются.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Написал 70 тестов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учебниковых формах —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правила проверяются при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каждой сборке.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1 · БАРЬЕР ВВОДА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5418"/>
            <a:ext cx="10692079" cy="8200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548"/>
              </a:lnSpc>
            </a:pPr>
            <a:r>
              <a:rPr sz="4250" spc="-9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Девять букв, которых нет на клавиатуре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2437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 казахском есть буквы ә ғ қ ң ө ұ ү һ і. На русской раскладке их физически негде взять. А прежняя проверка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ответов была строгим сравнением строк.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ИЗ 225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содержат хотя бы одну такую букву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 КУРСА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 ввести с русской клавиатуры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ПОДСКАЗОК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прежняя версия не давала ни одной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94568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92180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Ученик отвечал грамматически верно — и получал «неправильно». Он делает вывод, что не знает язык. На самом деле он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не может нажать нужную клавишу.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НАХОДКА 2 · ШРИФТЫ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Приложение для казахского было набрано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шрифтом без казахских букв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прочитал таблицу символов у скачанных файлов шрифтов. Оказалось, что нужных букв там просто нет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молча подставлял системный шрифт.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ШРИФТ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ГДЕ ПРИМЕНЯЛСЯ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КАЗАХСКИЕ БУКВЫ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основной текст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ә ғ қ ң 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заголовки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7 из 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стоит сейчас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все девять на месте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Половина слова набрана одной гарнитурой, половина — другой. Выглядит как опечатка, а на деле это подмена шрифта.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Проверено разбором таблицы cmap самих файлов шрифтов, а не на глаз.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3 · ЗАЯВЛЕНО И НА 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0422"/>
            <a:ext cx="10692079" cy="598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sz="3100" spc="-6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Половины заявленных возможностей не существовало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7876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сверил документацию прежней версии с её же кодом. Разошлось почти всё.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55723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БЫЛО ЗАЯВЛЕНО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155723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ОКАЗАЛОСЬ В КОДЕ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411348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4030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Пять типов заданий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54030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Работал один. У заданий не было пометки типа вовсе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85026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921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Задание на сопоставление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297921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Уронило бы экран: нарушены правила хуков React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28917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41812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Интервальное повторение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41812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есть, алгоритма нет — прогонял пройденное подряд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28085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5703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Работа без интернета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385703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Шрифт грузился из сети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6699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9595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Умная проверка ответа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29595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Строгое сравнение строк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60590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1 · ПРОВЕРКА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Проверка ответа в четыре слоя вместо сравнения строк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Сравнение строк отвечает только «совпало или нет». Учителю этого мало: он видит, что именно ученик сделал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 так. Я собрал проверку, которая различает четыре случая.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9342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ВЕРНО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Точное совпадение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 засчитан полностью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9342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ВЕРНА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Свёртка букв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«китап» вместо «кітап»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засчитано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Показывается правильное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написание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9342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ПОЧТИ ВЕРНО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490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Одна лишняя или</a:t>
            </a:r>
          </a:p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потерянная буква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3687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36873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Только описка, но не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подмена буквы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9342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НЕ СОВПАЛО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Другая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Показан верный ответ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Задание уходит 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повторение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6097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8088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Плюс экранный ряд ә ғ қ ң ө ұ ү һ і под каждым полем ввода: нажал — буква вставилась.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0213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5339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1 · ТОНКОЕ МЕСТО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Почему допуск на опечатку в казахском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работает не так, как в русском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Обычные тренажёры прощают одну-две ошибки в букве. В казахском это ломает проверку: грамматика живёт в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окончании, и одна буква — это другое лицо.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жатырмын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делаю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жатырсың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ты делаешь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Расстояние между этими формами — ровно один символ. Столько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же, сколько у обычной описки.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ПРАВИЛО, КОТОРОЕ Я ВЫВЕЛ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2910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Описка теряет или добавляет букву.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Смена формы подменяет её. Поэтому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допуск работает только при разной длине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ответа — и не больше чем на один символ.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2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3468"/>
            <a:ext cx="10692079" cy="482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75"/>
              </a:lnSpc>
            </a:pPr>
            <a:r>
              <a:rPr sz="2500" spc="-5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Окончания приложение считает по правилам, а не берёт из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26342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подставляет любое своё слово и видит все его формы: окончание подсвечено, рядом сказано,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почему выбрано именно оно.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5219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3037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3037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Сингармонизм.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Ряд гласного в окончании берётся от основы слова, а не от последней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буквы.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2219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2219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Озвончение.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даёт «кітабым»: қ, к, п перед гласным окончанием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озвончаются.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1401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514013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Последний звук.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После р, й, у ставится -лар/-лер, после л, м, н, ң — -дар/-дер.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03524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СЕПТІКТЕР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2333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ТЕСТ НА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ПРАВИЛАХ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2694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2694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 В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СЛОВАРЕ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22668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7" y="4425772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Правила покрыты автотестами на учебниковых формах: сломать их незаметно нельзя — сборка не пройдёт.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3 · СОДЕРЖАНИЕ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2596"/>
            <a:ext cx="10692079" cy="5788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10"/>
              </a:lnSpc>
            </a:pPr>
            <a:r>
              <a:rPr sz="3000" spc="-6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начинался с уровня 8–11 класса. Я достроил начало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9428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Первым заданием было «Мен қазір кітап оқып жатырмын». Пятикласснику не за что зацепиться: ни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приветствия, ни счёта, ни семьи, ни школы.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58288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УРОВЕНЬ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358288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КЛАСС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358288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358288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О ЧЁМ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61391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733723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Начало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733723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733723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733723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Первые слова, счёт, семья, школа, база грамматики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03453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154347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Уверенный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154347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154347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154347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и времена глагола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45516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74971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Свободный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74971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74971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74971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Наклонения, залоги, сложная речь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7578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8261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СЕМЬ ТИПОВ ЗАДАНИЙ ВМЕСТО ОДНОГО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55414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Пропуск в предложении · выбор из четырёх · сборка предложения · сопоставление форм · перевод · свободный ввод · развёрнутый ответ с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самопроверкой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Восемь новых уроков написаны мной и до защиты проверяются учителем казахского языка — они отдельно помечены в проекте и выгружены на сверку.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4 · УДЕРЖАНИЕ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1293"/>
            <a:ext cx="10692079" cy="501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82"/>
              </a:lnSpc>
            </a:pPr>
            <a:r>
              <a:rPr sz="2600" spc="-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Повторение приходит тогда, когда материал начинает забываться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993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Каждое задание становится карточкой. Ответил верно — приложение вернёт её через день, потом через три,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дальше реже. Ошибся — вернёт сегодня же.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8407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174 слова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720086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настройки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609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39600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Разбор ошибок в конце урока не начисляет очки намеренно: он нужен, чтобы разобраться, а не чтобы набрать XP.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ДЕМОНСТРАЦИЯ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это выглядит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Урок идёт в четыре шага. Каждый шаг — одна мысль, а не страница текста.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Живая реплика на казахском,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перевод под ней. Каждый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собеседник со своим портретом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Правило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Одно правило и совет учителя.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Больше одного за раз не даётся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Задание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из семи типов, подсказка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запросу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не получилось — и повторный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проход по ошибкам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Показать вживую: открыть приложение на телефоне и пройти одно задание.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ПРИЛОЖЕНИЕ НА ТЕЛЕФОНЕ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8464"/>
            <a:ext cx="10692079" cy="704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6"/>
              </a:lnSpc>
            </a:pPr>
            <a:r>
              <a:rPr sz="3650" spc="-8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Ставится на телефон и работает без интернета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261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открывается с домашнего экрана как обычное. Отдельно собирается файл установки для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Android — на случай, если его попросят.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ИЗ БРАУЗЕРА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904883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«Поделиться» → «На экран Домой»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APK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904883"/>
            <a:ext cx="4513681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Собирается автоматически при каждом обновлении проекта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917998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475924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716736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вес приложения в сжатом виде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5274" y="3917998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5274" y="4475924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5274" y="4716736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0740" y="3917998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0740" y="4475924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ФРАЗ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0740" y="4716736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готовы к озвучке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 без интернета проверена: все файлы, включая шрифт, лежат внутри приложения.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2448306"/>
            <a:ext cx="5245455" cy="203758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2448306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42874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4287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Я ЭТО ДЕЛАЛ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Что я делал сам, а что доверил проверке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 я писал с помощью нейросети — и именно поэтому проверял каждое её утверждение. Прежняя версия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показала, чем кончается доверие без проверки.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МОЯ РАБОТА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Поставил вопрос и гипотезу, выбрал что измерять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Нашёл причины: раскладка, шрифты, несуществующие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возможности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668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85668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Вывел правило допуска описок из свойств казахского языка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Собрал содержание базового курса и отдал его на проверку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учителю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ЧТО ПРОВЕРЯЕТ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70 автотестов на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28 проверок контраста палитры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формулировок заданий при сборке содержания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вёрстки этой презентации при пересборке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АПРОБАЦИЯ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собираюсь измерить результат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Настоящих данных пока нет, и придумывать их я не буду. Вместо процентов показываю план эксперимента 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инструмент, который уже встроен в приложение.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класс,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СКОЛЬКО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Пять учебных дней по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ЧТО ИЗМЕРЯЮ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Доля верных ответов, время на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ответ, сколько заданий доходят до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конца урока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 ведёт журнал ответов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 выгружает таблицу — считать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вручную ничего не нужно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Личные данные не собираются: в журнале только метка участника, без имени.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6517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подтвердилось и что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Гипотеза подтвердилась: главным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препятствием оказалась не сложность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казахского языка, а технические барьеры.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Их удалось снять, и ни один из них не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потребовал упрощать сам язык.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базового курса учителем казахского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языка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05455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05455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Апробация на классе и настоящие числа вместо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плана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5828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58287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фраз, каждая со своим голосом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156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156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Открытый доступ: приложение бесплатное и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работает по ссылке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GRAMMARQUEST-WEB.VERCEL.APP  ·  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