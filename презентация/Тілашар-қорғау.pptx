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Макар Малышко, я учусь в 6 «б» классе школы №35.</a:t>
            </a:r>
          </a:p>
          <a:p/>
          <a:p>
            <a:r>
              <a:t>Я сделал приложение для изучения казахского языка. Первая версия победила</a:t>
            </a:r>
          </a:p>
          <a:p>
            <a:r>
              <a:t>на школьной олимпиаде — сегодня показываю вторую и рассказываю, что в ней</a:t>
            </a:r>
          </a:p>
          <a:p>
            <a:r>
              <a:t>появилось и почему.</a:t>
            </a:r>
          </a:p>
          <a:p/>
          <a:p>
            <a:r>
              <a:t>Доклад займёт около семи минут. Отвечу на четыре вопроса: что создано,</a:t>
            </a:r>
          </a:p>
          <a:p>
            <a:r>
              <a:t>для чего, как и что здесь особенного.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показать масштаб одним взглядом: это не демонстрационный пример</a:t>
            </a:r>
          </a:p>
          <a:p>
            <a:r>
              <a:t>из трёх уроков, а курс, которым можно заниматься весь учебный год.</a:t>
            </a:r>
          </a:p>
          <a:p/>
          <a:p>
            <a:r>
              <a:t>Если спросят про уровни: уровень — ориентир, а не замок. Уроки не запираются,</a:t>
            </a:r>
          </a:p>
          <a:p>
            <a:r>
              <a:t>переключиться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Ниша казахского остаётся незакрытой — её я</a:t>
            </a:r>
          </a:p>
          <a:p>
            <a:r>
              <a:t>и попробовал закрыть.</a:t>
            </a:r>
          </a:p>
          <a:p/>
          <a:p>
            <a:r>
              <a:t>Список курсов я проверил на их сайте в день подготовки и поставил дату.</a:t>
            </a:r>
          </a:p>
          <a:p>
            <a:r>
              <a:t>Если жюри захочет — 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вопрос, измерить,</a:t>
            </a:r>
          </a:p>
          <a:p>
            <a:r>
              <a:t>найти причины и проверить результат. Первая версия писалась без такой</a:t>
            </a:r>
          </a:p>
          <a:p>
            <a:r>
              <a:t>проверки, и в ней половина задуманного просто не работала.</a:t>
            </a:r>
          </a:p>
          <a:p/>
          <a:p>
            <a:r>
              <a:t>Именно поэтому я и сделал так, чтобы приложение проверяло себя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первую версию и бросали.</a:t>
            </a:r>
          </a:p>
          <a:p/>
          <a:p>
            <a:r>
              <a:t>Если спросят «а нельзя поставить казахскую раскладку» — можно, но школьник</a:t>
            </a:r>
          </a:p>
          <a:p>
            <a:r>
              <a:t>не будет переключать раскладку на каждое задание, а на телефоне это ещё</a:t>
            </a:r>
          </a:p>
          <a:p>
            <a:r>
              <a:t>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Сначала я сделал «как у всех» — допуск в один-два символа. И проверка стала</a:t>
            </a:r>
          </a:p>
          <a:p>
            <a:r>
              <a:t>засчитывать «ты читаешь» вместо «я читаю». Ученик получал похвалу за неверную</a:t>
            </a:r>
          </a:p>
          <a:p>
            <a:r>
              <a:t>форму — это хуже, чем строгий отказ.</a:t>
            </a:r>
          </a:p>
          <a:p/>
          <a:p>
            <a:r>
              <a:t>Если спросят, откуда правило: из свойства казахского языка. Окончание —</a:t>
            </a:r>
          </a:p>
          <a:p>
            <a:r>
              <a:t>отдельная часть слова,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содержательная часть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это не список уроков, а система, которая возвращает материал тогда,</a:t>
            </a:r>
          </a:p>
          <a:p>
            <a:r>
              <a:t>когда он начинает забываться.</a:t>
            </a:r>
          </a:p>
          <a:p/>
          <a:p>
            <a:r>
              <a:t>Если останется время — можно показать «Таблицы окончаний»: подставить любое</a:t>
            </a:r>
          </a:p>
          <a:p>
            <a:r>
              <a:t>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</a:t>
            </a:r>
          </a:p>
          <a:p>
            <a:r>
              <a:t>   и проверил результат. Первая версия писалась без такой проверки — потому</a:t>
            </a:r>
          </a:p>
          <a:p>
            <a:r>
              <a:t>   в ней половина задуманного и не работала.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проверку этого</a:t>
            </a:r>
          </a:p>
          <a:p>
            <a:r>
              <a:t>   замысла на данных и то, что из неё вышло.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касается всего текста. Носитель языка не видел ни одной строки,</a:t>
            </a:r>
          </a:p>
          <a:p>
            <a:r>
              <a:t>   поэтому весь казахский текст — 168 тысяч знаков — выгружен учителю</a:t>
            </a:r>
          </a:p>
          <a:p>
            <a:r>
              <a:t>   на проверку.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сөйлеп, қазақ тілін үйренетіндерге арналған қосымша. Екінші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нұсқа: біріншісі мектеп олимпиадасында жеңді.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күн сайын он минөттен үйренуге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болатын қосымша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Браузерде ашылады және телефонға орнатылады. Алғашқы жүктеуден кейін интернетсіз жұмыс істейді — кез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келген жерде шұғылдануға болады.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946400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КУРС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26 сабақ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Үш деңгей: 5–7, 7–9 және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 сынып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25500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төрт қадаммен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946400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ТАПСЫРМАЛАР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225 жаттығу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түрлі тапсырма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Әр қатені талдау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946400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АНЫҚТАМА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33 ереже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Мысалдары бар 22 тақырып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946400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СӨЗДІК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 мақала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Сабақтардың өзінен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жиналған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25500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Орыс пернетақтасынан 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іздеу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27913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4782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тегін және сілтеме арқылы ашық. Ештеңе орнатудың қажеті жоқ.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қысқа жаттығу береді — оны телефоннан істеу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202" y="2459799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04202" y="2459799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459799"/>
            <a:ext cx="6153226" cy="239064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2459799"/>
            <a:ext cx="32004" cy="23906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Ол қалай құрылған және өзін қалай тексереді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мазмұны кодтан бөлек жатыр және скрипттермен жиналады. Әр жаңарту оқушыларға жетер алдында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тексеруден өтеді.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711767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НЕДЕН ЖИНАЛҒАН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02398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302398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Қосымша.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Браузерде жұмыс істейді, телефонға орнатылады,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интернетсіз жүреді.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57922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57922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Мазмұн.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Сабақтар, ережелер, сөздік — кодтың ішіндегі мәтін емес, бөлек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файлдар.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413447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4134472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Сақтау.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пен өзгерістер тарихы GitHub-та, сайтты Vercel өзі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жаңартады.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2711767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8522" y="3025406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088" y="3025406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3349002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3349002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28 тексеру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672598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672598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996194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996194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499675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7" y="519583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Кәдімгі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жаттықтырғыш жауапты әріпме-әріп салыстырады — сөйтіп оқушы дұрыс жауабы үшін «қате» алады.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0000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27400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79261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40000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27400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579261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40000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27400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ӘРІП ҚАТАРЫ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579261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енгізу өрісінің астында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35196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32808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орыс әріптерімен терілген жауапты қабылдайды, есептейді және дұрыс жазылуын көрсетеді. Ал өріс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астындағы қатардан әріпті бассаң — ол қойылады.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ЕРЕКШЕЛІГІ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мен оқимын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 оқисың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 бір әріппен ажыратылады: «м» мен «с».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басудағыдай — оларды арақашықтық бойынша ажырату мүмкін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емес.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ЕРЕКШЕЛІГІ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9765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7583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75839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6765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67659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5500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55009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48814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48991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89803"/>
            <a:ext cx="1009192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тіліндегі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48814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48991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089803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формаларына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48814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48991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МАҚАЛАСЫ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242203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және кез келген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өз сөзің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06946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26854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автотесттермен қорғалған: оларды байқаусыз бұзу мүмкін емес — жинақ өтпейді.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ІШІНДЕ НЕ БАР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кесте бойынша қайталау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10332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910332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910332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мақала,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910332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910332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2343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225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қоспайды: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ТІКЕЛЕЙ КӨРСЕТЕМІН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26059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шықты және әрі қарай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Оқушыларға қазақ тілінің қиындығы емес,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техникалық бөгеттер кедергі болды: дұрыс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жауапты теру мүмкін емес еді. Оларды алып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тастауға болды, әрі бірде-бірі тілдің өзін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жеңілдетуді талап 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Бүкіл қазақ мәтінін мұғалімнің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1917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1917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7200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7200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тегін және сілтеме арқылы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