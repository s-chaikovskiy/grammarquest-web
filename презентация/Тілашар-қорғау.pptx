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Макар Малышко, я учусь в 6 «б» классе школы №35.</a:t>
            </a:r>
          </a:p>
          <a:p/>
          <a:p>
            <a:r>
              <a:t>Я сделал приложение для изучения казахского языка. Первая версия победила</a:t>
            </a:r>
          </a:p>
          <a:p>
            <a:r>
              <a:t>на школьной олимпиаде — сегодня показываю вторую и рассказываю, что в ней</a:t>
            </a:r>
          </a:p>
          <a:p>
            <a:r>
              <a:t>появилось и почему.</a:t>
            </a:r>
          </a:p>
          <a:p/>
          <a:p>
            <a:r>
              <a:t>Доклад займёт около семи минут. Отвечу на четыре вопроса: что создано,</a:t>
            </a:r>
          </a:p>
          <a:p>
            <a:r>
              <a:t>для чего, как и что здесь особенного.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показать масштаб одним взглядом: это не демонстрационный пример</a:t>
            </a:r>
          </a:p>
          <a:p>
            <a:r>
              <a:t>из трёх уроков, а курс, которым можно заниматься весь учебный год.</a:t>
            </a:r>
          </a:p>
          <a:p/>
          <a:p>
            <a:r>
              <a:t>Если спросят про уровни: уровень — ориентир, а не замок. Уроки не запираются,</a:t>
            </a:r>
          </a:p>
          <a:p>
            <a:r>
              <a:t>переключиться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Ниша казахского остаётся незакрытой — её я</a:t>
            </a:r>
          </a:p>
          <a:p>
            <a:r>
              <a:t>и попробовал закрыть.</a:t>
            </a:r>
          </a:p>
          <a:p/>
          <a:p>
            <a:r>
              <a:t>Список курсов я проверил на их сайте в день подготовки и поставил дату.</a:t>
            </a:r>
          </a:p>
          <a:p>
            <a:r>
              <a:t>Если жюри захочет — 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вопрос, измерить,</a:t>
            </a:r>
          </a:p>
          <a:p>
            <a:r>
              <a:t>найти причины и проверить результат. Первая версия писалась без такой</a:t>
            </a:r>
          </a:p>
          <a:p>
            <a:r>
              <a:t>проверки, и в ней половина задуманного просто не работала.</a:t>
            </a:r>
          </a:p>
          <a:p/>
          <a:p>
            <a:r>
              <a:t>Именно поэтому я и сделал так, чтобы приложение проверяло себя само.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стоит сделать паузу: в казахском есть буквы, которых физически</a:t>
            </a:r>
          </a:p>
          <a:p>
            <a:r>
              <a:t>нет 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Если спросят подробнее про окончания — можно показать вживую на слайде 07:</a:t>
            </a:r>
          </a:p>
          <a:p>
            <a:r>
              <a:t>подставить любое слово прямо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Коротко: это не список уроков, а система, которая возвращает материал тогда,</a:t>
            </a:r>
          </a:p>
          <a:p>
            <a:r>
              <a:t>когда он начинает забываться.</a:t>
            </a:r>
          </a:p>
          <a:p/>
          <a:p>
            <a:r>
              <a:t>Если останется время — можно показать «Таблицы окончаний»: подставить любое</a:t>
            </a:r>
          </a:p>
          <a:p>
            <a:r>
              <a:t>слово прямо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</a:t>
            </a:r>
          </a:p>
          <a:p>
            <a:r>
              <a:t>   и проверил результат. Первая версия писалась без такой проверки — потому</a:t>
            </a:r>
          </a:p>
          <a:p>
            <a:r>
              <a:t>   в ней половина задуманного и не работала.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проверку этого</a:t>
            </a:r>
          </a:p>
          <a:p>
            <a:r>
              <a:t>   замысла на данных и то, что из неё вышло.</a:t>
            </a:r>
          </a:p>
          <a:p/>
          <a:p>
            <a:r>
              <a:t>3. «Результаты апробации есть?»</a:t>
            </a:r>
          </a:p>
          <a:p>
            <a:r>
              <a:t>   Нет. Эксперимент запланирован, сбор данных встроен в приложение,</a:t>
            </a:r>
          </a:p>
          <a:p>
            <a:r>
              <a:t>   данных пока нет. Придумывать проценты я не стал.</a:t>
            </a:r>
          </a:p>
          <a:p/>
          <a:p>
            <a:r>
              <a:t>4. «Уроки писал носитель языка?»</a:t>
            </a:r>
          </a:p>
          <a:p>
            <a:r>
              <a:t>   Нет, и это касается всего текста. Носитель языка не видел ни одной строки,</a:t>
            </a:r>
          </a:p>
          <a:p>
            <a:r>
              <a:t>   поэтому весь казахский текст — 168 тысяч знаков — выгружен учителю</a:t>
            </a:r>
          </a:p>
          <a:p>
            <a:r>
              <a:t>   на проверку.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ҚАЛАЛЫҚ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 қадам сайын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Орысша сөйлеп, қазақ тілін үйренетіндерге арналған қосымша. Екінші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нұсқа: біріншісі мектеп олимпиадасында жеңді.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СЫНЫП БОЙЫНША ДЕҢГЕЙ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күн сайын он минөттен үйренуге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болатын қосымша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Браузерде ашылады және телефонға орнатылады. Алғашқы жүктеуден кейін интернетсіз жұмыс істейді — кез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келген жерде шұғылдануға болады.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46400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946400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КУРС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26 сабақ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79882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Үш деңгей: 5–7, 7–9 және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 сынып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550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25500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Сабақ төрт қадаммен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жүреді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946400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946400"/>
            <a:ext cx="32004" cy="19486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ТАПСЫРМАЛАР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225 жаттығу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79882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Жеті түрлі тапсырма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0772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0772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Әр қатені талдау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946400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946400"/>
            <a:ext cx="32004" cy="19486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АНЫҚТАМА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33 ереже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79882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Мысалдары бар 22 тақырып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0772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0772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946400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946400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СӨЗДІК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162 мақала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79882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Сабақтардың өзінен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жиналған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2550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25500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Орыс пернетақтасынан да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іздеу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27913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47822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Қосымша тегін және сілтеме арқылы ашық. Ештеңе орнатудың қажеті жоқ.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 ҮШІН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бәрі оқиды, ал орыстілді оқушыға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арналған жаттықтырғыш жоқтың қасы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елдегі барлық мектепте оқытылады, оның ішінде оқыту орыс тілінде жүретін мектептерде де.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Түсіндірмесі орысша берілетін цифрлық жаттықтырғыштар өте аз.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duolingo.com сайтында орысша білетіндерге арналған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тоғыз тіл бар: ағылшын, неміс, француз, испан, қытай,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корей, жапон, итальян, португал. Бұл тізімде қазақ тілі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жоқ.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Демек, оқушыға оқулық пен дәптер ғана қалады. Ал тілді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күн сайынғы қысқа жаттығу береді — оны телефоннан істеу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ыңғайлы.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202" y="2459799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04202" y="2459799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459799"/>
            <a:ext cx="6153226" cy="239064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8" y="2459799"/>
            <a:ext cx="32004" cy="23906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ҚАЛАЙ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6290"/>
            <a:ext cx="10692079" cy="7236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12"/>
              </a:lnSpc>
            </a:pPr>
            <a:r>
              <a:rPr sz="3750" spc="-8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Ол қалай құрылған және өзін қалай тексереді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9620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мазмұны кодтан бөлек жатыр және скрипттермен жиналады. Әр жаңарту оқушыларға жетер алдында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тексеруден өтеді.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711767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НЕДЕН ЖИНАЛҒАН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02398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302398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Қосымша.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Браузерде жұмыс істейді, телефонға орнатылады,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интернетсіз жүреді.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57922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57922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Мазмұн.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Сабақтар, ережелер, сөздік — кодтың ішіндегі мәтін емес, бөлек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файлдар.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413447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4134472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Сақтау.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 пен өзгерістер тарихы GitHub-та, сайтты Vercel өзі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жаңартады.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2711767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НЕ ӨЗІ ТЕКСЕРІЛЕДІ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8522" y="3025406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088" y="3025406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3349002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3349002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Түстер контрастына 28 тексеру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672598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672598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Тапсырма тұжырымдарын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996194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996194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Баяндамадағы әр санды салыстыру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8" y="4996751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7" y="5195836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ашық: кез келген адам оны қалай жасалғанын көріп, тексерулерді қайта іске қоса алады.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ЕРЕКШЕЛІГІ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Кәдімгі жаттықтырғышта жоқ төрт нәрсе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75643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Әрқайсысы әдемілік үшін емес, онсыз оқушы шұғылдануды тоқтатқандықтан пайда болды.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 әріптерін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қабылдайды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39267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Қазақ тілінде орыс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пернетақтасында жоқ тоғыз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әріп бар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266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0266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Жауап есептеледі, дұрыс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жазылуы көрсетіледі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Жалғауларды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ережемен есептейді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өз сөзіңді қой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барлық формасын көресің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8488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Кесте емес, қазақ тілінің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ережелері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Ұмытылғанды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қайтарады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Қателессең — тапсырма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бүгін қайтады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848862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Дұрыс жауап берсең —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күннен, содан соң үш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 кейін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Интернетсіз жұмыс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істейді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39267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Бір рет жүктеледі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6710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6710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Әрі қарай кез келген жерде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шұғылдан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0690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2681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Мұның бәрі әр жаңартуда автотесттермен тексеріледі: байқаусыз бұзу мүмкін емес.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ІШІНДЕ НЕ БАР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Бес бөлім және кесте бойынша қайталау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 тапсырма карточкаға айналады. Дұрыс жауап берсең — қосымша оны бір күннен кейін, содан соң үш күннен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кейін қайтарады. Қателессең — бүгін-ақ қайтарады.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48798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10332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48798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910332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48798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910332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жиналған 162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мақала,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48798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910332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48798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910332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марапаттар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және нәтижелерді кесте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түрінде 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2343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32252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Сабақ соңындағы қателерді талдау ұпай қоспайды: ол ұпай жинау үшін емес, түсіну үшін керек.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ТІКЕЛЕЙ КӨРСЕТЕМІН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Дәл қазір өз телефоныңыздан ашыңыз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Камераны кодқа бағыттаңыз. Қосымша бірден ашылады — ештеңе орнатудың қажеті жоқ.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 ашу: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ТЕЛЕФОНҒА ОРНАТУ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 «Негізгі экранға»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ANDROID ФАЙЛЫМЕН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Дайын файл осында: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Бір рет жүктеліп, әрі қарай интернетсіз жұмыс істейді — өлшеумен тексерілді.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26059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шықты және әрі қарай не істеу керек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Оқушыларға қазақ тілінің қиындығы емес,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техникалық бөгеттер кедергі болды: дұрыс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жауапты теру мүмкін емес еді. Оларды алып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тастауға болды, әрі бірде-бірі тілдің өзін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жеңілдетуді талап етпеді.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ӘРІ ҚАРАЙ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Бүкіл қазақ мәтінін мұғалімнің тексеруі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28589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285897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Сыныпта сынақтан өткізу және нақты сандар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1917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1917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Дыбыстау: 589 сөз тіркесі, әрқайсысы өз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дауысымен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7200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7200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Ашық қолжетімділік: тегін және сілтеме арқылы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