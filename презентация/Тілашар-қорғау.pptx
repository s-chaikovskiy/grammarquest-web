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Меня зовут Малышко Макар, я учусь в 6 «б» классе школы №35.</a:t>
            </a:r>
          </a:p>
          <a:p/>
          <a:p>
            <a:r>
              <a:t>Я прошёл краткий курс по искусственному интеллекту и сделал приложение</a:t>
            </a:r>
          </a:p>
          <a:p>
            <a:r>
              <a:t>для изучения казахского языка — «Тілашар». Оно рассчитано на учеников</a:t>
            </a:r>
          </a:p>
          <a:p>
            <a:r>
              <a:t>с 5 по 11 класс.</a:t>
            </a:r>
          </a:p>
          <a:p/>
          <a:p>
            <a:r>
              <a:t>Доклад займёт около семи минут. Расскажу: как я его сделал, зачем оно</a:t>
            </a:r>
          </a:p>
          <a:p>
            <a:r>
              <a:t>нужно, что внутри и что я хочу делать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важно сказать своими словами и спокойно.</a:t>
            </a:r>
          </a:p>
          <a:p/>
          <a:p>
            <a:r>
              <a:t>Курс по искусственному интеллекту дал главное: как правильно поставить</a:t>
            </a:r>
          </a:p>
          <a:p>
            <a:r>
              <a:t>задачу нейросети и как проверить то, что она сделала. Код помогала писать</a:t>
            </a:r>
          </a:p>
          <a:p>
            <a:r>
              <a:t>нейросеть — но что именно делать, зачем и правильно ли получилось, решал я.</a:t>
            </a:r>
          </a:p>
          <a:p/>
          <a:p>
            <a:r>
              <a:t>Если спросят «а что здесь твоего?» — отвечать так же прямо: замысел,</a:t>
            </a:r>
          </a:p>
          <a:p>
            <a:r>
              <a:t>содержание уроков, проверка и все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говорить «Duolingo плохой». Говорить: он рассчитан на языки с большой</a:t>
            </a:r>
          </a:p>
          <a:p>
            <a:r>
              <a:t>аудиторией, и это нормально. Место для казахского осталось пустым — его</a:t>
            </a:r>
          </a:p>
          <a:p>
            <a:r>
              <a:t>я и попробовал занять.</a:t>
            </a:r>
          </a:p>
          <a:p/>
          <a:p>
            <a:r>
              <a:t>Главная мысль слайда: приложение должно усилить интерес к языку и дать</a:t>
            </a:r>
          </a:p>
          <a:p>
            <a:r>
              <a:t>больше практики, а не заменить учителя.</a:t>
            </a:r>
          </a:p>
          <a:p/>
          <a:p>
            <a:r>
              <a:t>Список курсов я проверил на их сайте и поставил дату. Если жюри захочет —</a:t>
            </a:r>
          </a:p>
          <a:p>
            <a:r>
              <a:t>можно открыть сайт прямо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перечислять все пять — назвать «Учиться» и «Практику», остальное видно</a:t>
            </a:r>
          </a:p>
          <a:p>
            <a:r>
              <a:t>на слайде.</a:t>
            </a:r>
          </a:p>
          <a:p/>
          <a:p>
            <a:r>
              <a:t>Смысл: это не список уроков, а курс на весь учебный год с тремя уровнями —</a:t>
            </a:r>
          </a:p>
          <a:p>
            <a:r>
              <a:t>5–7, 7–9 и 9–11 класс. Уровень подсказывает, откуда начать, но ничего</a:t>
            </a:r>
          </a:p>
          <a:p>
            <a:r>
              <a:t>не запирает: перейти можно в одно касание.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Самый частый вопрос жюри: «что здесь сделал ты, а что нейросеть?».</a:t>
            </a:r>
          </a:p>
          <a:p>
            <a:r>
              <a:t>Отвечать спокойно и честно.</a:t>
            </a:r>
          </a:p>
          <a:p/>
          <a:p>
            <a:r>
              <a:t>Код помогала писать нейросеть. Моя работа — поставить задачу, проверить</a:t>
            </a:r>
          </a:p>
          <a:p>
            <a:r>
              <a:t>результат и найти причину, если что-то не работает. В первой версии такой</a:t>
            </a:r>
          </a:p>
          <a:p>
            <a:r>
              <a:t>проверки не было, и часть задуманного просто не работала. Поэтому во второй</a:t>
            </a:r>
          </a:p>
          <a:p>
            <a:r>
              <a:t>версии приложение проверяет себя само при каждом изменении.</a:t>
            </a:r>
          </a:p>
          <a:p/>
          <a:p>
            <a:r>
              <a:t>Про деньги: все сервисы бесплатные. Это важно — значит, повторить может</a:t>
            </a:r>
          </a:p>
          <a:p>
            <a:r>
              <a:t>любой школьник.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ядро доклада. Не читать по пунктам — рассказать про первый и третий,</a:t>
            </a:r>
          </a:p>
          <a:p>
            <a:r>
              <a:t>остальные видны на слайде.</a:t>
            </a:r>
          </a:p>
          <a:p/>
          <a:p>
            <a:r>
              <a:t>Про первый сделать паузу: в казахском есть буквы, которых физически нет</a:t>
            </a:r>
          </a:p>
          <a:p>
            <a:r>
              <a:t>на русской клавиатуре. Обычный тренажёр сравнивает ответ буква в букву,</a:t>
            </a:r>
          </a:p>
          <a:p>
            <a:r>
              <a:t>и ученик получает «неверно» за правильный ответ. Именно из-за этого первую</a:t>
            </a:r>
          </a:p>
          <a:p>
            <a:r>
              <a:t>версию бросали.</a:t>
            </a:r>
          </a:p>
          <a:p/>
          <a:p>
            <a:r>
              <a:t>Про третий: приложение само помнит, что начинает забываться, и возвращает</a:t>
            </a:r>
          </a:p>
          <a:p>
            <a:r>
              <a:t>это задание. Ученику не нужно решать, что повторять.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Живую демонстрацию готовить заранее: открыть приложение до выступления,</a:t>
            </a:r>
          </a:p>
          <a:p>
            <a:r>
              <a:t>выбрать короткий урок, проверить, что телефон заряжен.</a:t>
            </a:r>
          </a:p>
          <a:p/>
          <a:p>
            <a:r>
              <a:t>Что показать за минуту:</a:t>
            </a:r>
          </a:p>
          <a:p>
            <a:r>
              <a:t>1. Дорожку уроков — видно, где я сейчас.</a:t>
            </a:r>
          </a:p>
          <a:p>
            <a:r>
              <a:t>2. Открыть урок, дойти до задания.</a:t>
            </a:r>
          </a:p>
          <a:p>
            <a:r>
              <a:t>3. Набрать ответ РУССКИМИ буквами — например «аке» вместо «әке».</a:t>
            </a:r>
          </a:p>
          <a:p>
            <a:r>
              <a:t>   Приложение ответит «Грамматика верна» и покажет правильное написание.</a:t>
            </a:r>
          </a:p>
          <a:p>
            <a:r>
              <a:t>   Это и есть главное.</a:t>
            </a:r>
          </a:p>
          <a:p>
            <a:r>
              <a:t>4. Показать ряд казахских букв под полем.</a:t>
            </a:r>
          </a:p>
          <a:p/>
          <a:p>
            <a:r>
              <a:t>Запасной вариант, если проектор не покажет телефон: слайды с картинками.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Не читать по бумажке — сказать своими словами.</a:t>
            </a:r>
          </a:p>
          <a:p/>
          <a:p>
            <a:r>
              <a:t>Главная мысль на прощание: казахский не сложнее других языков. Ученику</a:t>
            </a:r>
          </a:p>
          <a:p>
            <a:r>
              <a:t>мешало то, что он не мог нажать нужную букву. Это я убрал — а дальше</a:t>
            </a:r>
          </a:p>
          <a:p>
            <a:r>
              <a:t>приложение нужно проверить на живом классе, и без учителей мне это</a:t>
            </a:r>
          </a:p>
          <a:p>
            <a:r>
              <a:t>не сделать.</a:t>
            </a:r>
          </a:p>
          <a:p/>
          <a:p>
            <a:r>
              <a:t>ЧАСТЫЕ ВОПРОСЫ ЖЮРИ</a:t>
            </a:r>
          </a:p>
          <a:p/>
          <a:p>
            <a:r>
              <a:t>1. «Что здесь сделал ты, а что нейросеть?»</a:t>
            </a:r>
          </a:p>
          <a:p>
            <a:r>
              <a:t>   Код помогала писать нейросеть. Я ставил задачу, проверял результат</a:t>
            </a:r>
          </a:p>
          <a:p>
            <a:r>
              <a:t>   и искал причину, если что-то не работало. Содержание уроков и все</a:t>
            </a:r>
          </a:p>
          <a:p>
            <a:r>
              <a:t>   решения — мои.</a:t>
            </a:r>
          </a:p>
          <a:p/>
          <a:p>
            <a:r>
              <a:t>2. «Чем это отличается от прошлогодней работы?»</a:t>
            </a:r>
          </a:p>
          <a:p>
            <a:r>
              <a:t>   Тогда я показывал замысел, и он победил. Сейчас показываю работающее</a:t>
            </a:r>
          </a:p>
          <a:p>
            <a:r>
              <a:t>   приложение и то, что в нём проверено.</a:t>
            </a:r>
          </a:p>
          <a:p/>
          <a:p>
            <a:r>
              <a:t>3. «Результаты апробации есть?»</a:t>
            </a:r>
          </a:p>
          <a:p>
            <a:r>
              <a:t>   Нет. Эксперимент запланирован, сбор данных встроен в приложение,</a:t>
            </a:r>
          </a:p>
          <a:p>
            <a:r>
              <a:t>   данных пока нет. Придумывать проценты я не стал.</a:t>
            </a:r>
          </a:p>
          <a:p/>
          <a:p>
            <a:r>
              <a:t>4. «Уроки писал носитель языка?»</a:t>
            </a:r>
          </a:p>
          <a:p>
            <a:r>
              <a:t>   Нет. Весь казахский текст выгружен учителю на проверку — это первый</a:t>
            </a:r>
          </a:p>
          <a:p>
            <a:r>
              <a:t>   пункт плана развития.</a:t>
            </a:r>
          </a:p>
          <a:p/>
          <a:p>
            <a:r>
              <a:t>5. «Приложение платное?»</a:t>
            </a:r>
          </a:p>
          <a:p>
            <a:r>
              <a:t>   Нет. Открывается по ссылке, работает без интернета, ставится на телефон.</a:t>
            </a:r>
          </a:p>
          <a:p>
            <a:r>
              <a:t>   Все сервисы, на которых оно сделано, тоже бесплатные.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598010"/>
            <a:ext cx="18288" cy="3588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808" y="1619348"/>
            <a:ext cx="18288" cy="3374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1809" y="1594436"/>
            <a:ext cx="18288" cy="3623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2809" y="1608191"/>
            <a:ext cx="18288" cy="34862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3810" y="1529369"/>
            <a:ext cx="18288" cy="4274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4811" y="1418028"/>
            <a:ext cx="18288" cy="5387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5811" y="1364082"/>
            <a:ext cx="18288" cy="5927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16812" y="1420124"/>
            <a:ext cx="18288" cy="5366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97812" y="1330953"/>
            <a:ext cx="18288" cy="62586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78813" y="1294751"/>
            <a:ext cx="18288" cy="6620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9814" y="1434151"/>
            <a:ext cx="18288" cy="5226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40814" y="1464060"/>
            <a:ext cx="18288" cy="4927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1815" y="1384227"/>
            <a:ext cx="18288" cy="5725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2815" y="1452109"/>
            <a:ext cx="18288" cy="50470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83816" y="1373048"/>
            <a:ext cx="18288" cy="5837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4817" y="1211104"/>
            <a:ext cx="18288" cy="7457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5817" y="1350682"/>
            <a:ext cx="18288" cy="6061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6818" y="1497221"/>
            <a:ext cx="18288" cy="4595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7818" y="1314420"/>
            <a:ext cx="18288" cy="64239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8819" y="1521899"/>
            <a:ext cx="18288" cy="434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69820" y="1362324"/>
            <a:ext cx="18288" cy="5944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50820" y="1588192"/>
            <a:ext cx="18288" cy="3686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1821" y="1402593"/>
            <a:ext cx="18288" cy="55422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12821" y="1608379"/>
            <a:ext cx="18288" cy="34843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93822" y="1730438"/>
            <a:ext cx="18288" cy="2263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74822" y="1493390"/>
            <a:ext cx="18288" cy="463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55823" y="1699963"/>
            <a:ext cx="18288" cy="25685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36824" y="1696659"/>
            <a:ext cx="18288" cy="26015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17824" y="1730617"/>
            <a:ext cx="18288" cy="22619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98825" y="1510085"/>
            <a:ext cx="18288" cy="4467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79826" y="1813300"/>
            <a:ext cx="18288" cy="1435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0826" y="1569376"/>
            <a:ext cx="18288" cy="38743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41827" y="1794924"/>
            <a:ext cx="18288" cy="161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2827" y="1658064"/>
            <a:ext cx="18288" cy="29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3828" y="1468577"/>
            <a:ext cx="18288" cy="48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84829" y="1461255"/>
            <a:ext cx="18288" cy="49556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5829" y="1709298"/>
            <a:ext cx="18288" cy="24751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6830" y="1355960"/>
            <a:ext cx="18288" cy="600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7830" y="1544210"/>
            <a:ext cx="18288" cy="4126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08831" y="1401750"/>
            <a:ext cx="18288" cy="55506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89832" y="1456169"/>
            <a:ext cx="18288" cy="5006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70832" y="1567346"/>
            <a:ext cx="18288" cy="3894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51833" y="1530165"/>
            <a:ext cx="18288" cy="4266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2833" y="1502882"/>
            <a:ext cx="18288" cy="4539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13834" y="1310327"/>
            <a:ext cx="18288" cy="646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4835" y="1262769"/>
            <a:ext cx="18288" cy="6940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75835" y="1090870"/>
            <a:ext cx="18288" cy="8659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56836" y="1263430"/>
            <a:ext cx="18288" cy="6933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7836" y="1400128"/>
            <a:ext cx="18288" cy="5566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18837" y="1297107"/>
            <a:ext cx="18288" cy="6597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99838" y="1243918"/>
            <a:ext cx="18288" cy="71289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80838" y="1323396"/>
            <a:ext cx="18288" cy="63341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61839" y="1415333"/>
            <a:ext cx="18288" cy="54148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42839" y="1463824"/>
            <a:ext cx="18288" cy="4929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23840" y="1341278"/>
            <a:ext cx="18288" cy="615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04841" y="1286603"/>
            <a:ext cx="18288" cy="67021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5841" y="1483721"/>
            <a:ext cx="18288" cy="4730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6842" y="1304075"/>
            <a:ext cx="18288" cy="65274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7842" y="1399302"/>
            <a:ext cx="18288" cy="55751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8843" y="1728712"/>
            <a:ext cx="18288" cy="22810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09844" y="1493407"/>
            <a:ext cx="18288" cy="463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90844" y="1744130"/>
            <a:ext cx="18288" cy="2126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71845" y="1748236"/>
            <a:ext cx="18288" cy="208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52845" y="1829390"/>
            <a:ext cx="18288" cy="127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33846" y="1885589"/>
            <a:ext cx="18288" cy="7122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4847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95847" y="1818427"/>
            <a:ext cx="18288" cy="1383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6848" y="1720456"/>
            <a:ext cx="18288" cy="2363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57848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38849" y="1692656"/>
            <a:ext cx="18288" cy="2641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9850" y="1850924"/>
            <a:ext cx="18288" cy="105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00850" y="1676557"/>
            <a:ext cx="18288" cy="2802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81851" y="1739854"/>
            <a:ext cx="18288" cy="21696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62851" y="1701269"/>
            <a:ext cx="18288" cy="2555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852" y="1744357"/>
            <a:ext cx="18288" cy="2124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24853" y="1759407"/>
            <a:ext cx="18288" cy="197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05853" y="1844397"/>
            <a:ext cx="18288" cy="11241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86854" y="1672198"/>
            <a:ext cx="18288" cy="28461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067854" y="1627592"/>
            <a:ext cx="18288" cy="3292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148855" y="1465395"/>
            <a:ext cx="18288" cy="49142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229856" y="1707900"/>
            <a:ext cx="18288" cy="24891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310856" y="1606069"/>
            <a:ext cx="18288" cy="35074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91857" y="1450799"/>
            <a:ext cx="18288" cy="50601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72857" y="1544475"/>
            <a:ext cx="18288" cy="4123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53858" y="1443775"/>
            <a:ext cx="18288" cy="5130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34859" y="1453188"/>
            <a:ext cx="18288" cy="5036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15859" y="1481791"/>
            <a:ext cx="18288" cy="47502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96860" y="1396709"/>
            <a:ext cx="18288" cy="56010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77860" y="1286242"/>
            <a:ext cx="18288" cy="67057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958861" y="1317274"/>
            <a:ext cx="18288" cy="63954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39862" y="1413375"/>
            <a:ext cx="18288" cy="5434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120862" y="1486655"/>
            <a:ext cx="18288" cy="47016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01863" y="1329392"/>
            <a:ext cx="18288" cy="6274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282863" y="1565288"/>
            <a:ext cx="18288" cy="3915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363864" y="1408519"/>
            <a:ext cx="18288" cy="54829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44865" y="1638681"/>
            <a:ext cx="18288" cy="31813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25865" y="1560024"/>
            <a:ext cx="18288" cy="3967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06866" y="1618064"/>
            <a:ext cx="18288" cy="33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687866" y="1541446"/>
            <a:ext cx="18288" cy="4153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68867" y="1541226"/>
            <a:ext cx="18288" cy="415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49868" y="1755948"/>
            <a:ext cx="18288" cy="2008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30868" y="1742738"/>
            <a:ext cx="18288" cy="2140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011869" y="1723544"/>
            <a:ext cx="18288" cy="23327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092869" y="1723236"/>
            <a:ext cx="18288" cy="233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173870" y="1784781"/>
            <a:ext cx="18288" cy="17203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254871" y="1660919"/>
            <a:ext cx="18288" cy="29589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335871" y="1796724"/>
            <a:ext cx="18288" cy="1600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416872" y="1727960"/>
            <a:ext cx="18288" cy="228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497872" y="1796204"/>
            <a:ext cx="18288" cy="1606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578873" y="1686278"/>
            <a:ext cx="18288" cy="270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59874" y="1852556"/>
            <a:ext cx="18288" cy="1042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740874" y="1845226"/>
            <a:ext cx="18288" cy="111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821875" y="1831868"/>
            <a:ext cx="18288" cy="12494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902875" y="1806327"/>
            <a:ext cx="18288" cy="150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983876" y="1700270"/>
            <a:ext cx="18288" cy="2565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064877" y="1661485"/>
            <a:ext cx="18288" cy="2953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45877" y="1769816"/>
            <a:ext cx="18288" cy="18699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26878" y="1761057"/>
            <a:ext cx="18288" cy="1957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07878" y="1729692"/>
            <a:ext cx="18288" cy="2271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388879" y="1628577"/>
            <a:ext cx="18288" cy="32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469880" y="1740249"/>
            <a:ext cx="18288" cy="2165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50880" y="1599449"/>
            <a:ext cx="18288" cy="3573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31881" y="1617542"/>
            <a:ext cx="18288" cy="33927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712881" y="1695899"/>
            <a:ext cx="18288" cy="260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793882" y="1666652"/>
            <a:ext cx="18288" cy="29016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874883" y="1629378"/>
            <a:ext cx="18288" cy="3274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955883" y="1623677"/>
            <a:ext cx="18288" cy="3331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36884" y="1658465"/>
            <a:ext cx="18288" cy="2983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117884" y="1602222"/>
            <a:ext cx="18288" cy="35459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198885" y="1703548"/>
            <a:ext cx="18288" cy="2532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1279886" y="1652170"/>
            <a:ext cx="18288" cy="3046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360886" y="1660421"/>
            <a:ext cx="18288" cy="2963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49808" y="1956816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49808" y="2116328"/>
            <a:ext cx="10692079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80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ҒЫЛЫМИ ЖОБА · ҚАЛАЛЫҚ ОЛИМПИАДА ·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499116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Тілашар —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8" y="3224540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қазақ тілі қадам сайын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4297680"/>
            <a:ext cx="7484455" cy="6454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Орысша сөйлейтін және қазақ тілін үйренетін 5–11 сынып оқушыларына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арналған қосымша. Тегін, сілтеме арқылы ашылады.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49808" y="5230368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49808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8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00551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00551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ТАПСЫРМА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51295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251295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ЖАТТЫҒУ ТҮРІ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002039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5–11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02039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СЫНЫПТАР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6B727B"/>
                </a:solidFill>
                <a:latin typeface="IBM Plex Mono Medium"/>
                <a:cs typeface="IBM Plex Mono Medium"/>
                <a:ea typeface="IBM Plex Mono Medium"/>
              </a:rPr>
              <a:t>МАЛЫШКО МАКАР ЕВГЕНЬЕВИЧ · 6 «Б» СЫНЫП · №35 МЕКТЕП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БҰЛ ҚАЛАЙ ПАЙДА БОЛДЫ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02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3899"/>
            <a:ext cx="10692079" cy="1118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38"/>
              </a:lnSpc>
            </a:pPr>
            <a:r>
              <a:rPr sz="3400" spc="-7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Жасанды интеллект бойынша қысқа курстан өттім</a:t>
            </a:r>
          </a:p>
          <a:p>
            <a:pPr algn="l">
              <a:lnSpc>
                <a:spcPts val="3638"/>
              </a:lnSpc>
            </a:pPr>
            <a:r>
              <a:rPr sz="3400" spc="-7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— және реферат емес, нақты қосымша жасадым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10669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Оқушы нейрожелінің көмегімен идеяны шынымен пайдаланылатын дайын бағдарламаға дейін жеткізе ала ма —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соны тексергім келді. Жеткізе екен.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837688"/>
            <a:ext cx="2522143" cy="21264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837688"/>
            <a:ext cx="32004" cy="21264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072384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11194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Үйрендім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011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69011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Жасанды интеллект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бойынша қысқа курс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14629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" y="4146296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Тапсырманы қалай қою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және жауапты қалай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тексеру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3119" y="2837688"/>
            <a:ext cx="2522143" cy="21264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3119" y="2837688"/>
            <a:ext cx="32004" cy="2126488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9151" y="3072384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9151" y="3311194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Жасадым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69011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69011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Қосымша туралы баяндама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емес, қосымшаның өзі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414629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3367" y="414629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26 сабақ және 225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тапсырма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2837688"/>
            <a:ext cx="2522143" cy="21264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2837688"/>
            <a:ext cx="32004" cy="2126488"/>
          </a:xfrm>
          <a:prstGeom prst="rect">
            <a:avLst/>
          </a:prstGeom>
          <a:solidFill>
            <a:srgbClr val="7F54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3072384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7F5400"/>
                </a:solidFill>
                <a:latin typeface="IBM Plex Mono SemiBold"/>
                <a:cs typeface="IBM Plex Mono SemiBold"/>
                <a:ea typeface="IBM Plex Mono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3311194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Тексердім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369011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679" y="369011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Бірінші нұсқа мектеп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олимпиадасында жеңді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414629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679" y="414629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Бұл — екінші, қайта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жасалған нұсқа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9743" y="2837688"/>
            <a:ext cx="2522143" cy="21264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9743" y="2837688"/>
            <a:ext cx="32004" cy="21264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5775" y="3072384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3311194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Аштым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69011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91" y="369011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Тегін және сілтеме арқылы,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орнатусыз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5775" y="414629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9991" y="414629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Кез келген мектептің 5–11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сынып оқушысына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" y="5348224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" y="5547309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Қосымша дәл қазір жұмыс істеп тұр: сайт ашық, кез келген адам кіріп шұғылдана алады.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2964688"/>
            <a:ext cx="5245455" cy="14630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64688"/>
            <a:ext cx="5245455" cy="151384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964688"/>
            <a:ext cx="32004" cy="15138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НЕ ҮШІН ҚАЖЕТ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03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Қазақ тілін әр мектепте оқиды, ал жаттығуға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ыңғайлы орын жоқ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409029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Қазақ тілі — мемлекеттік тіл және елдегі барлық мектептің міндетті пәні, оның ішінде оқыту орыс тілінде жүретін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мектептерде де.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763520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200400"/>
            <a:ext cx="4733391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Тіл көлеммен емес, қайталаумен беріледі: күн сайынғы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он минөт аптасына бір рет отыратын екі сағаттан көп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нәтиже береді. Ол үшін телефон өте қолайлы — ол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әрқашан қасында.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2463" y="3202432"/>
            <a:ext cx="4733391" cy="10104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Бірақ түсіндірмесі орысша, ал үйрететіні қазақша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жаттықтырғыштар жоқтың қасы. duolingo.com сайтында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орысша білетіндерге тоғыз тіл қолжетімді — олардың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ішінде қазақ тілі жоқ. Оқулық пен дәптер ғана қалады.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Дереккөз: duolingo.com/courses, «Орыс тілін білетіндерге арналған курстар» бөлімі. 25.08.2026 тексерілді.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НЕ ЖАСАЛДЫ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04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4115"/>
            <a:ext cx="10692079" cy="7429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20"/>
              </a:lnSpc>
            </a:pPr>
            <a:r>
              <a:rPr sz="3850" spc="-85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Бес бөлім және әрқайсысына түсінікті экран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9793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Оқушы қосымшаны ашқанда қай жерде тоқтағанын және әрі қарай не істеу керегін бірден көреді. Мәзірді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зерттеудің қажеті жоқ.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53932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2841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Оқу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89948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Сабақ жолы: өтілгені мен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келесі қадам көрініп тұрады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52841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Жаттығу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889948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Күнделікті мақсат, қайталау,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сөз карточкалары, 60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секундтық спринт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4422" y="252841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Сөздік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4422" y="288994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Сабақтардан алынған 162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сөз, іздеу орыс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пернетақтасынан да жұмыс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істейді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729" y="252841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Анықтама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729" y="2889948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33 ереже, 22 тақырып және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жанды жалғау кестелері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036" y="252841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Профиль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9036" y="2889948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Статистика, марапаттар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және нәтижелерді кесте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түрінде жүктеу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4103052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4302137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Ірі түймелер, әр қатеден кейінгі түсіндірме, кез келген жерден негізгі экранға оралу, ашық және қараңғы тақырып.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5275945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833872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 · 5–7 СЫНЫП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07347" y="5275945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7347" y="5833872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 · 7–9 СЫНЫП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64886" y="5275945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64886" y="5833872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 · 9–11 СЫНЫП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04202" y="2259330"/>
            <a:ext cx="4337684" cy="2037587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04202" y="2259330"/>
            <a:ext cx="32004" cy="2037587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2259330"/>
            <a:ext cx="6153226" cy="2536952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2259330"/>
            <a:ext cx="32004" cy="253695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ҚАЛАЙ ЖАСАЛДЫ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05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Қандай сервистермен жасалды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9195188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Барлық құрал тегін және оқушыға қолжетімді. Бірде-бір сервис үшін ақы төлеуге тура келген жоқ.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511298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НЕМЕН ЖАСАЛДЫ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2823514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1044" y="2823514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Нейрожелі-көмекші.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Тапсырмаларым бойынша код жазды — мен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тапсырма қойып, нәтижені тексердім.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378758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1044" y="3378758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GitHub.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Кодты және өзгерістер тарихын сақтайды, Android нұсқасы да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сонда жиналады.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7" y="3934002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1044" y="3934002"/>
            <a:ext cx="538767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Vercel.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Әр түзетуден кейін сайтты интернетте өзі жариялайды.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7" y="4284776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1044" y="4284776"/>
            <a:ext cx="538767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Capacitor.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Сайтты телефонға орнатылатын қосымшаға айналдырады.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8522" y="2511298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48CD8C"/>
                </a:solidFill>
                <a:latin typeface="IBM Plex Mono SemiBold"/>
                <a:cs typeface="IBM Plex Mono SemiBold"/>
                <a:ea typeface="IBM Plex Mono SemiBold"/>
              </a:rPr>
              <a:t>НЕ ӨЗІ ТЕКСЕРІЛЕДІ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8522" y="282493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088" y="2824937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Әр өзгерісте 70 автотест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8522" y="314853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088" y="314853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Түстер контрастына 28 тексеру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8522" y="347212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088" y="3472129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Тапсырма тұжырымдарын тексеру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8522" y="379572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088" y="379572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Баяндамадағы әр санды салыстыру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494258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127" y="514167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Код ашық: кез келген адам оның қалай жасалғанын көріп, тексерулерді қайта іске қоса алады.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ЕРЕКШЕЛІГІ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06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6505"/>
            <a:ext cx="10692079" cy="8104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94"/>
              </a:lnSpc>
            </a:pPr>
            <a:r>
              <a:rPr sz="4200" spc="-9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Кәдімгі жаттықтырғышта жоқ төрт нәрсе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75643"/>
            <a:ext cx="8767504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Әрқайсысы әдемілік үшін емес, онсыз оқушы шұғылдануды тоқтатқандықтан пайда болды.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23084"/>
            <a:ext cx="2522143" cy="23436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23084"/>
            <a:ext cx="32004" cy="23436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57780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796590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Орыс әріптерін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қабылдайды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39267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392678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Қазақ тілінде орыс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пернетақтасында жоқ тоғыз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әріп бар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02666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" y="402666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Жауап есептеледі, дұрыс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жазылуы көрсетіледі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3119" y="2323084"/>
            <a:ext cx="2522143" cy="23436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3119" y="2323084"/>
            <a:ext cx="32004" cy="23436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9151" y="2557780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9151" y="2796590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Жалғауларды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ережемен есептейді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39267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39267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Кез келген өз сөзіңді қой —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барлық формасын көресің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384886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3367" y="384886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Кесте емес, қазақ тілінің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ережелері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2323084"/>
            <a:ext cx="2522143" cy="23436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2323084"/>
            <a:ext cx="32004" cy="23436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2557780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2796590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Ұмытылғанды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қайтарады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339267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679" y="339267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Қателессең — тапсырма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бүгін қайтады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384886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679" y="3848862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Дұрыс жауап берсең — бір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күннен, содан соң үш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күннен кейін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9743" y="2323084"/>
            <a:ext cx="2522143" cy="23436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9743" y="2323084"/>
            <a:ext cx="32004" cy="23436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5775" y="2557780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2796590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Интернетсіз жұмыс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істейді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39267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91" y="3392678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Бір рет жүктеледі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5775" y="367106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9991" y="367106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Әрі қарай кез келген жерде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шұғылдан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" y="5069078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" y="5268163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Мұның бәрі әр жаңартуда автотесттермен тексеріледі: байқаусыз бұзу мүмкін емес.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52928" y="2259330"/>
            <a:ext cx="8588959" cy="1929384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ӨЗІҢІЗ КӨРІҢІЗ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07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Дәл қазір өз телефоныңыздан ашыңыз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Камераны кодқа бағыттаңыз. Қосымша бірден ашылады — ештеңе орнатудың қажеті жоқ.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259330"/>
            <a:ext cx="1417320" cy="1417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8" y="3777233"/>
            <a:ext cx="2057400" cy="4149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Қосымшаны ашу:</a:t>
            </a:r>
          </a:p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tilashar-kz.vercel.app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493010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ТЕЛЕФОНҒА ОРНАТУ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768854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Android: мәзір → «Қосымшаны орнату». iPhone: «Бөлісу» → «Негізгі экранға»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329686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ANDROID ФАЙЛЫМЕН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605530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Дайын файл осында: github.com/s-chaikovskiy/grammarquest-web/releases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сығылған код пен стиль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1512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1512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ЖЕЛІ СҰРАУЫ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1512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алғашқы жүктеуден кейін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 қаріпті және суреттерді қоса алғанда шамамен 1,4 МБ орын алады. Бір рет жүктеліп, әрі қарай интернетсіз жұмыс істейді — өлшеумен тексерілді.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04202" y="2367788"/>
            <a:ext cx="4337684" cy="2788920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67788"/>
            <a:ext cx="6153226" cy="212293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ӘРІ ҚАРАЙ НЕ БОЛАДЫ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08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Қосымша дайын. Оны мектеп пайдалану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үшін ересектердің көмегі керек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7" y="2619756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ӨТІНІШІМ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895600"/>
            <a:ext cx="5604586" cy="140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Қосымшаны қазақ тілі мұғалімдеріне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тексертіп, нақты сыныпта сынап көру. Әрі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қарай мен оны қанша қажет болса, сонша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дамытуға дайынмын.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8522" y="2619756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ДАМУ ЖОСПАРЫ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8522" y="293339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088" y="293339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Бүкіл қазақ мәтінін мұғалімнің тексеруі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522" y="326613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088" y="326613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Сыныпта сынақтан өткізу және нақты сандар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8522" y="359887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088" y="3598875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Дыбыстау: ана тілі иесінің дауысымен 589 сөз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тіркесі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412719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088" y="412719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Жаңа сабақтар және ауызекі тақырыптар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8522" y="445993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088" y="4459935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Орыс тілін оқитын қазақ мектептеріне арналған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нұсқа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TILASHAR-KZ.VERCEL.APP  ·  МАЛЫШКО МАКАР ЕВГЕНЬЕВИЧ · 6 «Б» СЫНЫП · №35 МЕКТЕП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