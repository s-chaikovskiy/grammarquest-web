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[имя], я учусь в [класс].</a:t>
            </a:r>
          </a:p>
          <a:p/>
          <a:p>
            <a:r>
              <a:t>Проект начался не с идеи, а с раздражения: я занимался казахским в приложении</a:t>
            </a:r>
          </a:p>
          <a:p>
            <a:r>
              <a:t>и раз за разом получал «неверно» там, где ответ был правильный. Я решил разобраться</a:t>
            </a:r>
          </a:p>
          <a:p>
            <a:r>
              <a:t>почему — и оказалось, что причина техническая, и её можно устранить.</a:t>
            </a:r>
          </a:p>
          <a:p/>
          <a:p>
            <a:r>
              <a:t>Название «Тілашар» объясню на следующем слайде, если спросят — можно сразу здесь:</a:t>
            </a:r>
          </a:p>
          <a:p>
            <a:r>
              <a:t>«тіл» — язык, «ашар» — откроет. Так называли первые словари-разговорники.</a:t>
            </a:r>
          </a:p>
          <a:p/>
          <a:p>
            <a:r>
              <a:t>Весь доклад — 8–9 минут. На титуле не задерживаться дольше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Казахский обязателен в школе. Но тренажёра, где объяснение идёт по-русски, почти нет.</a:t>
            </a:r>
          </a:p>
          <a:p/>
          <a:p>
            <a:r>
              <a:t>Я проверил список курсов Duolingo на их собственном сайте в день подготовки доклада</a:t>
            </a:r>
          </a:p>
          <a:p>
            <a:r>
              <a:t>и поставил дату. Если жюри спросит — можно открыть сайт прямо при них.</a:t>
            </a:r>
          </a:p>
          <a:p/>
          <a:p>
            <a:r>
              <a:t>Не говорить «Duolingo плохой». Говорить: он рассчитан на языки с большой аудиторией,</a:t>
            </a:r>
          </a:p>
          <a:p>
            <a:r>
              <a:t>и это нормально. Ниша казахского остаётся незакрытой.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я не стал сразу переделывать программу. Сначала вопрос и гипотеза,</a:t>
            </a:r>
          </a:p>
          <a:p>
            <a:r>
              <a:t>потом проверка.</a:t>
            </a:r>
          </a:p>
          <a:p/>
          <a:p>
            <a:r>
              <a:t>Гипотезу я сформулировал так, чтобы её можно было опровергнуть. Если бы барьеры</a:t>
            </a:r>
          </a:p>
          <a:p>
            <a:r>
              <a:t>оказались не техническими, она бы не подтвердилась — и это был бы честный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Задачи расположены в том порядке, в каком я их делал. Первая — именно «измерить»,</a:t>
            </a:r>
          </a:p>
          <a:p>
            <a:r>
              <a:t>а не «улучшить»: пока не знаешь причину, улучшать нечего.</a:t>
            </a:r>
          </a:p>
          <a:p/>
          <a:p>
            <a:r>
              <a:t>Если спросят, почему 5–11 класс: казахский идёт во всех этих классах, а уровень</a:t>
            </a:r>
          </a:p>
          <a:p>
            <a:r>
              <a:t>подготовки в них разный — отсюда три уровня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методический слайд, ради него проект и считается научным.</a:t>
            </a:r>
          </a:p>
          <a:p/>
          <a:p>
            <a:r>
              <a:t>Главное, что нужно донести: ни одно число в докладе не взято из головы.</a:t>
            </a:r>
          </a:p>
          <a:p>
            <a:r>
              <a:t>Любое можно пересчитать той же командой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прежнюю версию и бросали.</a:t>
            </a:r>
          </a:p>
          <a:p/>
          <a:p>
            <a:r>
              <a:t>Если спросят «а нельзя было просто поставить казахскую раскладку» — можно,</a:t>
            </a:r>
          </a:p>
          <a:p>
            <a:r>
              <a:t>но школьник не будет переключать раскладку на каждое задание, а на телефоне</a:t>
            </a:r>
          </a:p>
          <a:p>
            <a:r>
              <a:t>это ещё 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который обычно удивляет. Большинство популярных шрифтов казахские буквы</a:t>
            </a:r>
          </a:p>
          <a:p>
            <a:r>
              <a:t>не содержат — их приходится проверять отдельно.</a:t>
            </a:r>
          </a:p>
          <a:p/>
          <a:p>
            <a:r>
              <a:t>Ещё одна деталь: шрифт грузился с сайта Google. Приложение объявлено работающим</a:t>
            </a:r>
          </a:p>
          <a:p>
            <a:r>
              <a:t>без интернета — а без интернета шрифт не приезжал вовсе.</a:t>
            </a:r>
          </a:p>
          <a:p/>
          <a:p>
            <a:r>
              <a:t>Golos Text выбран не «потому что красивый», а потому что содержит все девять букв.</a:t>
            </a:r>
          </a:p>
          <a:p>
            <a:r>
              <a:t>Лицензия свободная, файл лицензии лежит в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не злорадствовать над прежней версией — её писал я же, только раньше</a:t>
            </a:r>
          </a:p>
          <a:p>
            <a:r>
              <a:t>и с помощью нейросети, которая уверенно описывала то, чего не сделала.</a:t>
            </a:r>
          </a:p>
          <a:p/>
          <a:p>
            <a:r>
              <a:t>Главный вывод для меня: описание в документации ничего не доказывает. Проверять</a:t>
            </a:r>
          </a:p>
          <a:p>
            <a:r>
              <a:t>надо код 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свёртку букв: приложение приводит казахские буквы к похожим русским и сравнивает.</a:t>
            </a:r>
          </a:p>
          <a:p>
            <a:r>
              <a:t>Ответ засчитывается, но правильное написание показывается обязательно — иначе</a:t>
            </a:r>
          </a:p>
          <a:p>
            <a:r>
              <a:t>ученик так и не научится писать «кітап».</a:t>
            </a:r>
          </a:p>
          <a:p/>
          <a:p>
            <a:r>
              <a:t>Самый тонкий момент — «почти верно». Об этом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Я сначала сделал «как у всех» — допуск в один-два символа. И проверка стала засчитывать</a:t>
            </a:r>
          </a:p>
          <a:p>
            <a:r>
              <a:t>«ты читаешь» вместо «я читаю». Ученик получал похвалу за неверную форму — это хуже,</a:t>
            </a:r>
          </a:p>
          <a:p>
            <a:r>
              <a:t>чем строгий отказ.</a:t>
            </a:r>
          </a:p>
          <a:p/>
          <a:p>
            <a:r>
              <a:t>Если жюри спросит, откуда правило: из свойства агглютинативного языка. В казахском</a:t>
            </a:r>
          </a:p>
          <a:p>
            <a:r>
              <a:t>окончание — отдельная морфема,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самая содержательная часть проекта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Честный момент, который лучше сказать самому, не дожидаясь вопроса: базовые уроки</a:t>
            </a:r>
          </a:p>
          <a:p>
            <a:r>
              <a:t>писал я, а не носитель языка, поэтому они идут на проверку учителю.</a:t>
            </a:r>
          </a:p>
          <a:p/>
          <a:p>
            <a:r>
              <a:t>Про уровень: он подсказка, а не замок. Уроки не запираются — школьник, которому тема</a:t>
            </a:r>
          </a:p>
          <a:p>
            <a:r>
              <a:t>уже знакома, не должен продираться через всё подряд.</a:t>
            </a:r>
          </a:p>
          <a:p/>
          <a:p>
            <a:r>
              <a:t>Про дистракторы (неверные варианты в заданиях с выбором): они не случайные, а построены</a:t>
            </a:r>
          </a:p>
          <a:p>
            <a:r>
              <a:t>по правилам морфологии — другое лицо, другое время того же глагола.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Интервальное повторение — известный приём, я его не изобретал. Важно, что теперь</a:t>
            </a:r>
          </a:p>
          <a:p>
            <a:r>
              <a:t>он действительно работает: в прежней версии экран был, а алгоритма не было.</a:t>
            </a:r>
          </a:p>
          <a:p/>
          <a:p>
            <a:r>
              <a:t>Разбор ошибок в конце урока не начисляет очки намеренно: он нужен, чтобы разобраться,</a:t>
            </a:r>
          </a:p>
          <a:p>
            <a:r>
              <a:t>а не чтобы набрать 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 выбрать</a:t>
            </a:r>
          </a:p>
          <a:p>
            <a:r>
              <a:t>короткий урок, проверить интернет — хотя он и не нужен, приложение работает офлайн.</a:t>
            </a:r>
          </a:p>
          <a:p/>
          <a:p>
            <a:r>
              <a:t>Запасной вариант, если проектор не покажет телефон: скриншоты в конце колоды.</a:t>
            </a:r>
          </a:p>
          <a:p/>
          <a:p>
            <a:r>
              <a:t>Показывать не больше одного задания. Смысл слайда — что это работает, а не пересказ</a:t>
            </a:r>
          </a:p>
          <a:p>
            <a:r>
              <a:t>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вес: код и стили — 199 килобайт, всё приложение целиком около 1,4 мегабайта.</a:t>
            </a:r>
          </a:p>
          <a:p>
            <a:r>
              <a:t>Это меньше одной фотографии с телефона. Важно для школьного телефона</a:t>
            </a:r>
          </a:p>
          <a:p>
            <a:r>
              <a:t>с дешёвым интернетом.</a:t>
            </a:r>
          </a:p>
          <a:p/>
          <a:p>
            <a:r>
              <a:t>Если спросят про озвучку: система готова, фразы отобраны, каждая реплика привязана</a:t>
            </a:r>
          </a:p>
          <a:p>
            <a:r>
              <a:t>к своему голосу. Записи добавляются файлами и подхватываются без изменения кода.</a:t>
            </a:r>
          </a:p>
          <a:p>
            <a:r>
              <a:t>Браузерный синтез намеренно не используется — казахских голосов в системе нет,</a:t>
            </a:r>
          </a:p>
          <a:p>
            <a:r>
              <a:t>и казахский текст читался бы чужим языком.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отвечает на самый частый вопрос жюри: «а что здесь сделал ты?».</a:t>
            </a:r>
          </a:p>
          <a:p/>
          <a:p>
            <a:r>
              <a:t>Отвечать спокойно и честно: код помогала писать нейросеть, а работа исследователя —</a:t>
            </a:r>
          </a:p>
          <a:p>
            <a:r>
              <a:t>поставить вопрос, измерить, найти причину и проверить результат. Прежняя версия</a:t>
            </a:r>
          </a:p>
          <a:p>
            <a:r>
              <a:t>как раз и была написана без проверки — и не работала.</a:t>
            </a:r>
          </a:p>
          <a:p/>
          <a:p>
            <a:r>
              <a:t>Про проверку формулировок: в первой версии задание просило написать любое имя,</a:t>
            </a:r>
          </a:p>
          <a:p>
            <a:r>
              <a:t>а принимало только одно. Теперь такие обещания ловятся автоматически при сборке.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где нельзя врать. Если жюри спросит «а результаты?» — ответ: эксперимент</a:t>
            </a:r>
          </a:p>
          <a:p>
            <a:r>
              <a:t>запланирован, инструмент готов, данных пока нет.</a:t>
            </a:r>
          </a:p>
          <a:p/>
          <a:p>
            <a:r>
              <a:t>Это сильнее, чем выдуманные проценты: члены жюри такие проценты слышат каждый год</a:t>
            </a:r>
          </a:p>
          <a:p>
            <a:r>
              <a:t>и умеют их отличать.</a:t>
            </a:r>
          </a:p>
          <a:p/>
          <a:p>
            <a:r>
              <a:t>Если апробация к защите пройдёт — слайд заменяется настоящими числами, они</a:t>
            </a:r>
          </a:p>
          <a:p>
            <a:r>
              <a:t>выгружаются из приложения одной кнопкой.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вывод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 мешало то,</a:t>
            </a:r>
          </a:p>
          <a:p>
            <a:r>
              <a:t>что он не мог нажать нужную букву, а объяснения были написаны не про тот язык.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 и проверил</a:t>
            </a:r>
          </a:p>
          <a:p>
            <a:r>
              <a:t>   результат. Прежняя версия была написана без проверки — она и не работала.</a:t>
            </a:r>
          </a:p>
          <a:p/>
          <a:p>
            <a:r>
              <a:t>2. «Результаты апробации есть?»</a:t>
            </a:r>
          </a:p>
          <a:p>
            <a:r>
              <a:t>   Нет. Эксперимент запланирован, инструмент сбора встроен, данных пока нет.</a:t>
            </a:r>
          </a:p>
          <a:p>
            <a:r>
              <a:t>   Придумывать проценты я не стал.</a:t>
            </a:r>
          </a:p>
          <a:p/>
          <a:p>
            <a:r>
              <a:t>3. «Чем вы лучше Duolingo?»</a:t>
            </a:r>
          </a:p>
          <a:p>
            <a:r>
              <a:t>   Мы не лучше. Казахского там просто нет — я проверял в день подготовки доклада.</a:t>
            </a:r>
          </a:p>
          <a:p/>
          <a:p>
            <a:r>
              <a:t>4. «Уроки писал носитель языка?»</a:t>
            </a:r>
          </a:p>
          <a:p>
            <a:r>
              <a:t>   Восемь базовых уроков написал я, они помечены в проекте и проходят проверку</a:t>
            </a:r>
          </a:p>
          <a:p>
            <a:r>
              <a:t>   у учителя казахского языка. Остальные взяты из прежней версии курса.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ҚАЗАҚСТАН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Оқушымен таласпайтын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жаттықтырғыш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9121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«Тілашар» — орысша сөйлеп, қазақ тілін үйренетіндерге арналған қосымша.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Бұрынғы нұсқа неге жұмыс істемегенін, нені өлшегенімді және не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істегенімді айтамын.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ЖАУАПТА ЕРЕКШЕ ӘРІП БАР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ФАМИЛИЯ ИМЯ · __ СЫНЫП · №__ МЕКТЕП, ____ ҚАЛАСЫ · ҒЫЛЫМИ ЖЕТЕКШІ: 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46400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46400"/>
            <a:ext cx="5245455" cy="15138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46400"/>
            <a:ext cx="32004" cy="15138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ӨЗЕКТІЛІГІ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бәрі оқиды, ал орыстілді оқушыға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арналған жаттықтырғыш жоқтың қасы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елдегі барлық мектепте оқытылады, оның ішінде оқыту орыс тілінде жүретін мектептерде де.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Түсіндірмесі орысша берілетін цифрлық жаттықтырғыштар өте аз.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4523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82112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duolingo.com сайтында орысша білетіндерге арналған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тоғыз тіл бар: ағылшын, неміс, француз, испан, қытай,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корей, жапон, итальян, португал. Бұл тізімде қазақ тілі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жоқ.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184144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Демек, оқушыға оқулық пен дәптер ғана қалады. Ал тілді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күн сайынғы 10–15 минуттық қысқа жаттығу береді — оны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телефоннан істеу ыңғайлы.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04202" y="2919476"/>
            <a:ext cx="4337684" cy="179984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19476"/>
            <a:ext cx="6153226" cy="225704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ЗЕРТТЕУ МӘСЕЛЕСІ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Менде бағдарлама бұрыннан бар еді. Ол жұмыс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істемеді — мен себебін білгім келді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 жазылған нұсқа болды, бірақ оқушылар бірнеше тапсырмадан кейін тастап кететін. Соқыр қайта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жазудың орнына мен сұрақты зерттеу сұрағы ретінде қойдым.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7144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ЗЕРТТЕУ СҰРАҒЫ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422904"/>
            <a:ext cx="5604586" cy="157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Орыстілді оқушыға цифрлық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жаттықтырғышта қазақ тілін үйренуге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кедергі: мазмұн ба, интерфейс пе,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әлде басқа нәрсе ме?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317144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БОЛЖАМ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441192"/>
            <a:ext cx="3789045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Басты кедергі — тілдің қиындығы емес,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техникалық бөгеттер: оқушы дұрыс жауапты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физикалық түрде тере алмайды, ал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түсіндірмелер басқа тіл туралы жазылған.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277364"/>
            <a:ext cx="4337684" cy="1964182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МАҚСАТ ЖӘНЕ МІНДЕТТЕР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3899"/>
            <a:ext cx="10692079" cy="1118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Мақсат: жұмыс істемейтін нобайды күн сайын</a:t>
            </a:r>
          </a:p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қолдануға болатын жаттықтырғышқа айналдыру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05790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55012"/>
            <a:ext cx="615322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МІНДЕТТЕР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8551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585516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Өлшеу.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Бұрынғы нұсқаның әрбір мәлімделген қасиетін көзбен емес,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деректермен тексеру.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4990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3149904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Енгізу бөгетін алу.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Дұрыс жауап кәдімгі орыс пернетақтасынан да есептелетін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болсын.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1429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714292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Мазмұнды толықтыру.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Курс 8–11 сынып деңгейінен басталатын — бесінші сынып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оқушысына тірек жоқ еді.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78680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724" y="4278680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Телефонға жеткізу.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Қосымша негізгі экраннан ашылып, интернетсіз жұмыс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істеуі керек.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4306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724" y="4843068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Адамдарда тексеру.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Нәтижені мәлімдеу емес, өлшеу үшін дерек жинауды ішіне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салу.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234" y="2529332"/>
            <a:ext cx="382562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НЫСАНЫ МЕН ПӘНІ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234" y="2820416"/>
            <a:ext cx="3825621" cy="12045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Нысаны — 5–11 сынып орыстілді оқушыларына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тілін оқыту. Пәні — цифрлық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жаттықтырғыштың көмектесуін тоқтатып, кедергі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бола бастауына себеп болатын техникалық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бөгеттер.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ӘДІСТЕМЕ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Қалай тексердім: «сияқты» емес, өлшеу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8767504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Бұрынғы нұсқа туралы әрбір тұжырымды жобаның өз деректерімен тексердім. Барлық тексеру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репозиторийде жатқан және қайта іске қосылатын скрипттермен.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884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Деректерді талдау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Сабақ файлы бойынша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пернетақтасында жоқ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әріптері бар жауаптарды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санадым.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2115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Қаріптерді талдау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Жүктелген қаріптердің таңба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кестесін оқып, қазақ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әріптерінің бар-жоғын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тексердім.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Кодты оқу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18358"/>
            <a:ext cx="1962851" cy="1032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Мәлімделген тапсырма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түрлері еш жерде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қосылмағанын, ал біреуі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экранды құлататынын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таптым.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729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729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Салмақты өлшеу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729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Қосымша мен суреттердің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салмағын өлшеп, көрсетілу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өлшемімен салыстырдым.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9036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036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Автотесттер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9036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Оқулық формаларына 70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тест жаздым — ережелер әр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жинақтауда тексеріледі.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1-ТАБЫС · ЕНГІЗУ БӨГЕТІ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Пернетақтада жоқ тоғыз әріп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02821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Қазақ тілінде ә ғ қ ң ө ұ ү һ і әріптері бар. Орыс пернетақтасында оларды алатын жер жоқ. Ал бұрынғы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тексеру — жолдарды қатаң салыстыру ғана 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225 ЖАУАПТЫҢ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кемінде бір осындай әрпі бар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КУРС ТАПСЫРМАСЫН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орыс пернетақтасынан теру мүмкін емес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КӨМЕК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бұрынғы нұсқа бірде-бірін бермеді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314952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512564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Оқушы грамматикалық тұрғыда дұрыс жауап беріп, «қате» алатын. Ол тілді білмеймін деп ойлайды. Шын мәнінде ол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қажетті пернені баса алмайды.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2-ТАБЫС · ҚАРІПТЕР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тіліне арналған қосымша қазақ әріптері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жоқ қаріппен терілген 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6502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Жүктелген қаріп файлдарының таңба кестесін оқыдым. Қажетті әріптер онда мүлде жоқ болып шықты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 үнсіз жүйелік қаріпті қоятын.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ҚАРІП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7431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ҚАЙДА ҚОЛДАНЫЛҒАН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5055" y="2965602"/>
            <a:ext cx="4276831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ҚАЗАҚ ӘРІПТЕРІ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221228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Manrope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7431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негізгі мәтін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5055" y="33593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тоғыздың бесеуі жоқ: ә ғ қ ң 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784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Playfair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7431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тақырыптар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5055" y="38165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тоғыздың жетеуі жоқ: ә ғ қ ң ө ү 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356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Golos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7431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қазір тұрғаны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5055" y="42737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тоғызы да орнында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5928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76876"/>
            <a:ext cx="10692079" cy="94043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5175961"/>
            <a:ext cx="10143439" cy="57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Сөздің жартысы бір қаріппен, жартысы басқасымен терілген. Қате басылған сияқты көрінеді, ал шын мәнінде бұл — қаріптің</a:t>
            </a:r>
          </a:p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ауысуы.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Көзбен емес, қаріп файлдарының таңба кестесін талдау арқылы тексерілді. Бір командамен қайталанады: tools/check_fonts.py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3-ТАБЫС · МӘЛІМДЕЛГЕНІ МЕН ШЫНДЫҒЫ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3683"/>
            <a:ext cx="10692079" cy="569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56"/>
              </a:lnSpc>
            </a:pPr>
            <a:r>
              <a:rPr sz="2950" spc="-65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Мәлімделген мүмкіндіктердің жартысы жоқ болып шықты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87492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Бұрынғы нұсқаның құжаттамасын оның кодымен салыстырдым. Барлығы дерлік сәйкес келмеді.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35339"/>
            <a:ext cx="445503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НЕ МӘЛІМДЕЛДІ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4841" y="2135339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КОДТА НЕ БОЛДЫ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390965"/>
            <a:ext cx="10692079" cy="7315"/>
          </a:xfrm>
          <a:prstGeom prst="rect">
            <a:avLst/>
          </a:prstGeom>
          <a:solidFill>
            <a:srgbClr val="EEEBE5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19918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Бес тапсырма түрі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4841" y="2519918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Біреуі ғана жұмыс істеді. Түр белгісі мүлде жоқ еді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829877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58830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Сәйкестендіру тапсырмасы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841" y="295883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Экранды құлатар еді: React ережелері бұзылған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268789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97742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Аралық қайталау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841" y="339774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 бар, алгоритм жоқ — өтілгенді қатарынан айдайтын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07701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36654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Интернетсіз жұмыс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1" y="3836654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Қаріп желіден жүктелетін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14661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75566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Ақылды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4841" y="427556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Жолдарды қатаң салыстыру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585525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1-ШЕШІМ · ЖАУАПТЫ ТЕКСЕРУ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Жолдарды салыстырудың орнына төрт қабатты тексеру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Жолдарды салыстыру «сәйкес келді ме, жоқ па» дегенге ғана жауап береді. Тірі мұғалім басқаша жауап береді: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ол оқушының дәл нені қате істегенін көреді. Мен төрт жағдайды ажырататын тексеру құрдым.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8100"/>
            <a:ext cx="32004" cy="175641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ДҰРЫС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Толық сәйкестік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Жауап толық есептелді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3119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3119" y="2328100"/>
            <a:ext cx="32004" cy="175641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9151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ГРАММАТИКА ДҰРЫС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9151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Әріптерді жақындату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9151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3367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«кітап» орнына «китап»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есептеледі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222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22230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жазылуы көрсетіледі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2328100"/>
            <a:ext cx="32004" cy="1756410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ДЕРЛІК ДҰРЫС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Бір әріп артық не кем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679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 қате басу, әріптің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ауысуы емес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9743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9743" y="2328100"/>
            <a:ext cx="32004" cy="1756410"/>
          </a:xfrm>
          <a:prstGeom prst="rect">
            <a:avLst/>
          </a:prstGeom>
          <a:solidFill>
            <a:srgbClr val="BA1D27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5775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BA1D27"/>
                </a:solidFill>
                <a:latin typeface="IBM Plex Mono SemiBold"/>
                <a:cs typeface="IBM Plex Mono SemiBold"/>
                <a:ea typeface="IBM Plex Mono SemiBold"/>
              </a:rPr>
              <a:t>СӘЙКЕС КЕЛМЕДІ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5775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Басқа 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5775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9991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жауап көрсетіледі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5775" y="34444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9991" y="3444430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 қайталауға кетеді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43198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63106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Оның үстіне әр енгізу өрісінің астында ә ғ қ ң ө ұ ү һ і қатары бар: бастың — әріп қойылды.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313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73710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1-ШЕШІМ · НӘЗІК ТҰС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тілінде қате басуға жеңілдік неге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басқаша жұмыс істейді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Кәдімгі жаттықтырғыштар бір-екі әріп қатесін кешіреді. Қазақ тілінде бұл тексеруді бұзады: грамматика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жалғауда тұр, ал бір әріп — бұл басқа жақ.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мен оқимын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сен оқисың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Формалар бір әріппен ажыратылады: «м» мен «с». Кәдімгі қате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басудағыдай — оларды арақашықтық бойынша ажырату мүмкін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емес.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МЕН ШЫҒАРҒАН ЕРЕЖЕ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5831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Қате басу әріпті жоғалтады немесе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қосады. Форманың ауысуы оны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алмастырады. Сондықтан жеңілдік тек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жауап ұзындығы әртүрлі болғанда — және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бір таңбадан аспайды.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2-ШЕШІМ · МОРФОЛОГИЯ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9119"/>
            <a:ext cx="10692079" cy="5210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89"/>
              </a:lnSpc>
            </a:pPr>
            <a:r>
              <a:rPr sz="2700" spc="-5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Жалғауларды қосымша кестеден алмайды, ережемен есептейді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53520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Оқушы кез келген өз сөзін қойып, оның барлық формасын көреді: жалғау боялған, қасында неге дәл сол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таңдалғаны айтылған.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7937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5755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57551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Үндестік заңы.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Жалғаудағы дауысты дыбыстың тобы соңғы әріптен емес, сөз түбірінен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алынады.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4937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49371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Ұяңдау.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→ «кітабым»: қ, к, п дауысты жалғау алдында ұяңдайды.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3672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336721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Соңғы дыбыс.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р, й, у-дан кейін -лар/-лер, ал л, м, н, ң-нан кейін -дар/-дер қойылады.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1972" y="3071515"/>
            <a:ext cx="1009192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тіліндегі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2333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ЕРЕЖЕГЕ ТЕСТ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2333" y="3071515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оқулық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формаларына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2694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2694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СӨЗДІКТЕГІ СӨЗ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2694" y="3071515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және кез келген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өз сөзің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049395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4248480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Ережелер оқулық формаларына жазылған автотесттермен қорғалған: оларды байқаусыз бұзу мүмкін емес.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3-ШЕШІМ · МАЗМҰН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2380"/>
            <a:ext cx="10692079" cy="4920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28"/>
              </a:lnSpc>
            </a:pPr>
            <a:r>
              <a:rPr sz="2550" spc="-5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Курс 8–11 сынып деңгейінен басталатын. Мен басын толықтырдым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33136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Бірінші тапсырма «Мен қазір кітап оқып жатырмын» еді. Бесінші сынып оқушысына тірек жоқ: не сәлемдесу, не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сан, не отбасы, не мектеп.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297137"/>
            <a:ext cx="2138415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ДЕҢГЕЙ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223" y="2297137"/>
            <a:ext cx="1247409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СЫНЫП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633" y="2297137"/>
            <a:ext cx="1069207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САБАҚ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4840" y="2297137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НЕ ТУРАЛЫ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552763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2572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Бастама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8223" y="2672572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5–7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633" y="2672572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840" y="267257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Алғашқы сөздер, сан, отбасы, мектеп, грамматика негізі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2973387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093196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Сенімді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8223" y="3093196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7–9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33" y="3093196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0" y="309319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Септіктер және етістік шақтары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394011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13820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Еркін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8223" y="3513820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5633" y="3513820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840" y="351382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Райлар, етіс, күрделі сөйлеу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" y="3814635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121467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БІРДІҢ ОРНЫНА ЖЕТІ ТАПСЫРМА ТҮРІ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394263"/>
            <a:ext cx="10692079" cy="5378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Сөйлемдегі бос орын · төртеуден таңдау · сөйлем құрау · формаларды сәйкестендіру · аударма · еркін енгізу · өзін-өзі тексеретін толық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жауап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Сегіз жаңа сабақты мен жаздым, қорғауға дейін оларды қазақ тілі мұғалімі тексереді — олар жобада бөлек белгіленген.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4-ШЕШІМ · ҰСТАП ҚАЛУ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6074"/>
            <a:ext cx="10692079" cy="636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1"/>
              </a:lnSpc>
            </a:pPr>
            <a:r>
              <a:rPr sz="3300" spc="-73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Қайталау материал ұмытыла бастаған кезде келеді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3505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 тапсырма карточкаға айналады. Дұрыс жауап берсең — қосымша оны бір күннен кейін, содан соң үш күннен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кейін қайтарады. Қателессең — бүгін-ақ қайтарады.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7919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1520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1520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15209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жиналған 174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1520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1520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баптаулар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нәтижелерді кесте түрінде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046601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245686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Сабақ соңындағы қателерді талдау ұпай қоспайды — ол ұпай жинау үшін емес, түсіну үшін керек.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КӨРСЕТУ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Бұл қалай көрінеді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4533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Сабақ төрт қадаммен жүреді. Әр қадам — бір ой, бет-бет мәтін емес.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8683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82266"/>
            <a:ext cx="2508427" cy="27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Диалог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23" y="3402075"/>
            <a:ext cx="2304211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Қазақша жанды реплика, астында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аудармасы. Әр сөйлеуші өз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бейнесімен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7691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691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91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Ереже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7691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7691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907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 ереже және мұғалім кеңесі. Бір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реттен артық берілмейді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5575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575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Тапсырма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575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791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Жеті түрдің бірі, сұраса көмек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беріледі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3459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3459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33459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Талдау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3459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459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7675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 шықпағаны — және қателер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бойынша қайта өту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43845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458363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Тікелей көрсету: қосымшаны телефоннан ашып, бір тапсырманы орындау.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ТЕЛЕФОНДАҒЫ ҚОСЫМША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Телефонға орнатылады және интернетсіз жұмыс істейді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негізгі экраннан кәдімгідей ашылады. Бөлек Android үшін орнату файлы жиналады — сұраса, дайын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тұрсын.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46388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81084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БРАУЗЕРДЕН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2334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406" y="2823349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«Негізгі экранға»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5575" y="2346388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581084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APK ФАЙЛЫМЕН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82334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2173" y="2823349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Автоматты түрде жиналады. Дайын файл — Releases бөлімінде: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github.com/s-chaikovskiy/grammarquest-web/releases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904170"/>
            <a:ext cx="1225296" cy="12252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9808" y="5230050"/>
            <a:ext cx="1682496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Қосымшаны ашу: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3895310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424362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2032" y="4665174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сығылған код пен стиль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00090" y="3895310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090" y="4424362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00090" y="4665174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8148" y="3895310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589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8148" y="4424362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СӨЗ ТІРКЕСІ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8148" y="4665174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дыбыстауға дайын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қаріпті және суреттерді қоса алғанда шамамен 1,4 МБ орын алады. Ол бір рет жүктеліп, әрі қарай интернетсіз жұмыс істейді — тексерілді: желіге бірде-бір сұрау кетпейді.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2448306"/>
            <a:ext cx="5245455" cy="2361183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6431" y="2448306"/>
            <a:ext cx="32004" cy="2361183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448306"/>
            <a:ext cx="5245455" cy="223316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448306"/>
            <a:ext cx="32004" cy="223316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МҰНЫ ҚАЛАЙ ІСТЕДІМ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Нені өзім істедім, нені тексеруге бердім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Кодты нейрожелінің көмегімен жаздым — сондықтан оның әр тұжырымын тексердім. Бұрынғы нұсқа тексерусіз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сенімнің немен бітетінін көрсетті.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МЕНІҢ ЖҰМЫСЫМ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406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Сұрақ пен болжамды қойдым, нені өлшейтінімді таңдадым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406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Себептерін таптым: пернетақта, қаріптер, жоқ мүмкіндіктер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406" y="3661105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Қате басуға жеңілдік ережесін қазақ тілінің қасиетінен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шығардым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8028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406" y="418028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Негізгі курс мазмұнын құрап, мұғалімнің тексеруіне бердім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ӨЗІ ТЕКСЕРЕТІНІ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029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2463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3029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 палитрасына 28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463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029" y="366110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Мазмұн жиналғанда тапсырма тұжырымдарын тексеру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98470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3029" y="398470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Осы презентацияның беттелуін қайта жинағанда тексеру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430829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3029" y="4308297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Баяндамадағы әр санды жоба деректерімен салыстыру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СЫНАҚТАН ӨТКІЗУ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Нәтижені қалай өлшемекпін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Нақты дерек әзірге жоқ, оны ойдан шығармаймын. Пайыздың орнына эксперимент жоспарын және қосымшаға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енгізілген құралды көрсетемін.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КІМ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45054"/>
            <a:ext cx="2508427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 сынып, 5–7 параллель, 15–20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оқушы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ҚАНША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7691" y="2845054"/>
            <a:ext cx="2508427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Бес оқу күні, күніне 10–15 минут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5575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НЕНІ ӨЛШЕЙМІН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жауап үлесі, жауап уақыты,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сабақ соңына жеткен тапсырма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459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459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Қосымша жауап журналын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жүргізіп, кесте жүктейді — қолмен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санаудың қажеті жоқ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4436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14345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Жеке деректер жиналмайды: журналда тек қатысушы белгісі, есімсіз.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651760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440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расталды және не істеу керек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720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Болжам расталды: басты кедергі қазақ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тілінің қиындығы емес, техникалық бөгеттер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болып шықты. Оларды алып тастауға болды,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әрі бірде-бірі тілдің өзін жеңілдетуді талап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етпеді.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ӘРІ ҚАРАЙ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Негізгі курсты қазақ тілі мұғалімінің тексеруі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28589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285897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Сыныпта сынақтан өткізу және жоспардың орнына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нақты сандар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38729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38729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Дыбыстау: 589 сөз тіркесі, әрқайсысы өз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дауысымен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9156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91561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Ашық қолжетімділік: қосымша тегін және сілтеме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арқылы жұмыс істейді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ФАМИЛИЯ ИМЯ · __ СЫНЫП · №__ МЕКТЕП, ____ ҚАЛАСЫ · ҒЫЛЫМИ ЖЕТЕКШІ: 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