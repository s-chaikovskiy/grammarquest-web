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Проект начался не с идеи, а с раздражения: я занимался казахским в приложении</a:t>
            </a:r>
          </a:p>
          <a:p>
            <a:r>
              <a:t>и раз за разом получал «неверно» там, где ответ был правильный. Я решил разобраться</a:t>
            </a:r>
          </a:p>
          <a:p>
            <a:r>
              <a:t>почему — и оказалось, что причина техническая, и её можно устранить.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я не стал сразу переделывать программу. Сначала вопрос и гипотеза,</a:t>
            </a:r>
          </a:p>
          <a:p>
            <a:r>
              <a:t>потом проверка.</a:t>
            </a:r>
          </a:p>
          <a:p/>
          <a:p>
            <a:r>
              <a:t>Гипотезу я сформулировал так, чтобы её можно было опровергнуть.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не злорадствовать над прежней версией — её писал я же, только раньше</a:t>
            </a:r>
          </a:p>
          <a:p>
            <a:r>
              <a:t>и с помощью нейросети, которая уверенно описывала то, чего не сделала.</a:t>
            </a:r>
          </a:p>
          <a:p/>
          <a:p>
            <a:r>
              <a:t>Главный вывод для меня: описание в документации ничего не доказывает. Проверять</a:t>
            </a:r>
          </a:p>
          <a:p>
            <a:r>
              <a:t>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читаешь» вместо «я читаю».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базовые уроки</a:t>
            </a:r>
          </a:p>
          <a:p>
            <a:r>
              <a:t>писал я, а не носитель языка, поэтому они идут на проверку учителю.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код и стили — 199 килобайт, всё приложение целиком около 1,4 мегабайта.</a:t>
            </a:r>
          </a:p>
          <a:p>
            <a:r>
              <a:t>Это меньше одной фотографии с телефона.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Прежняя версия была написана без проверки — она и не работала.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Восемь базовых уроков написал я, они помечены в проекте и проходят проверку</a:t>
            </a:r>
          </a:p>
          <a:p>
            <a:r>
              <a:t>   у учителя казахского языка. Остальные взяты из прежней версии курса.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ҚАЗАҚСТАН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Оқушымен таласпайтын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орысша сөйлеп, қазақ тілін үйренетіндерге арналған қосымша.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Бұрынғы нұсқа неге жұмыс істемегенін, нені өлшегенімді және не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істегенімді айтамын.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ЖАУАПТА ЕРЕКШЕ ӘРІП БАР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5138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5138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ӨЗЕКТІЛІГІ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бәрі оқиды, ал орыстілді оқушыға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арналған жаттықтырғыш жоқтың қасы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елдегі барлық мектепте оқытылады, оның ішінде оқыту орыс тілінде жүретін мектептерде де.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Түсіндірмесі орысша берілетін цифрлық жаттықтырғыштар өте аз.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duolingo.com сайтында орысша білетіндерге арналған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тоғыз тіл бар: ағылшын, неміс, француз, испан, қытай,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корей, жапон, итальян, португал. Бұл тізімде қазақ тілі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жоқ.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Демек, оқушыға оқулық пен дәптер ғана қалады. Ал тілді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күн сайынғы 10–15 минуттық қысқа жаттығу береді — оны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телефоннан істеу ыңғайлы.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МӘСЕЛЕСІ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Менде бағдарлама бұрыннан бар еді. Ол жұмыс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істемеді — мен себебін білгім келді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 жазылған нұсқа болды, бірақ оқушылар бірнеше тапсырмадан кейін тастап кететін. Соқыр қайта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жазудың орнына мен сұрақты зерттеу сұрағы ретінде қойдым.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СҰРАҒЫ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Орыстілді оқушыға цифрлық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жаттықтырғышта қазақ тілін үйренуге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кедергі: мазмұн ба, интерфейс пе,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әлде басқа нәрсе ме?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БОЛЖАМ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Басты кедергі — тілдің қиындығы емес,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техникалық бөгеттер: оқушы дұрыс жауапты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физикалық түрде тере алмайды, ал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түсіндірмелер басқа тіл туралы жазылған.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77364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МАҚСАТ ЖӘНЕ МІНДЕТТЕР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Мақсат: жұмыс істемейтін нобайды күн сайын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қолдануға болатын жаттықтырғышқа айналдыру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5790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55012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МІНДЕТТЕР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8551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85516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Өлшеу.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Бұрынғы нұсқаның әрбір мәлімделген қасиетін көзбен емес,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деректермен тексеру.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4990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3149904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Енгізу бөгетін алу.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Дұрыс жауап кәдімгі орыс пернетақтасынан да есептелетін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болсын.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1429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714292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Мазмұнды толықтыру.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8–11 сынып деңгейінен басталатын — бесінші сынып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оқушысына тірек жоқ еді.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78680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278680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Телефонға жеткізу.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Қосымша негізгі экраннан ашылып, интернетсіз жұмыс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істеуі керек.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4306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843068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Адамдарда тексеру.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Нәтижені мәлімдеу емес, өлшеу үшін дерек жинауды ішіне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салу.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29332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НЫСАНЫ МЕН ПӘНІ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20416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Нысаны — 5–11 сынып орыстілді оқушыларына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 оқыту. Пәні — цифрлық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жаттықтырғыштың көмектесуін тоқтатып, кедергі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бола бастауына себеп болатын техникалық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бөгеттер.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ӘДІСТЕМЕ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Қалай тексердім: «сияқты» емес, өлшеу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Бұрынғы нұсқа туралы әрбір тұжырымды жобаның өз деректерімен тексердім. Барлық тексеру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репозиторийде жатқан және қайта іске қосылатын скрипттермен.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Деректерді талдау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файлы бойынша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пернетақтасында жоқ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 бар жауаптарды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санадым.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Қаріптерді талдау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қаріптердің таңба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кестесін оқып, қазақ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әріптерінің бар-жоғын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тексердім.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Кодты оқу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1032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Мәлімделген тапсырма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түрлері еш жерде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қосылмағанын, ал біреуі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экранды құлататынын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таптым.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Салмақты өлшеу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Қосымша мен суреттердің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салмағын өлшеп, көрсетілу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өлшемімен салыстырдым.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Автотесттер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 формаларына 70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тест жаздым — ережелер әр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жинақтауда тексеріледі.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1-ТАБЫС · ЕНГІЗУ БӨГЕТІ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Пернетақтада жоқ тоғыз әріп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0282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Қазақ тілінде ә ғ қ ң ө ұ ү һ і әріптері бар. Орыс пернетақтасында оларды алатын жер жоқ. Ал бұрынғы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тексеру — жолдарды қатаң салыстыру ғана 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225 ЖАУАПТЫҢ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кемінде бір осындай әрпі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КУРС ТАПСЫРМАСЫН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орыс пернетақтасынан теру мүмкін емес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КӨМЕК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бұрынғы нұсқа бірде-бірін бермеді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314952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512564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Оқушы грамматикалық тұрғыда дұрыс жауап беріп, «қате» алатын. Ол тілді білмеймін деп ойлайды. Шын мәнінде ол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қажетті пернені баса алмайды.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2-ТАБЫС · ҚАРІПТЕР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тіліне арналған қосымша қазақ әріптері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жоқ қаріппен терілген 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 файлдарының таңба кестесін оқыдым. Қажетті әріптер онда мүлде жоқ болып шықты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үнсіз жүйелік қаріпті қоятын.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ҚАРІП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ҚАЙДА ҚОЛДАНЫЛҒАН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ҚАЗАҚ ӘРІПТЕРІ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мәтін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тоғыздың бесеуі жоқ: ә ғ қ ң 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тақырыптар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тоғыздың жетеуі жоқ: ә ғ қ ң ө ү 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қазір тұрғаны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тоғызы да орнында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Сөздің жартысы бір қаріппен, жартысы басқасымен терілген. Қате басылған сияқты көрінеді, ал шын мәнінде бұл — қаріптің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ауысуы.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Көзбен емес, қаріп файлдарының таңба кестесін талдау арқылы тексерілді. Бір командамен қайталанады: tools/check_fonts.py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3-ТАБЫС · МӘЛІМДЕЛГЕНІ МЕН ШЫНДЫҒЫ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3683"/>
            <a:ext cx="10692079" cy="569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56"/>
              </a:lnSpc>
            </a:pPr>
            <a:r>
              <a:rPr sz="2950" spc="-6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Мәлімделген мүмкіндіктердің жартысы жоқ болып шықты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87492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Бұрынғы нұсқаның құжаттамасын оның кодымен салыстырдым. Барлығы дерлік сәйкес келмеді.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35339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НЕ МӘЛІМДЕЛДІ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135339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КОДТА НЕ БОЛДЫ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390965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1991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Бес тапсырма түрі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51991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Біреуі ғана жұмыс істеді. Түр белгісі мүлде жоқ еді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829877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5883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Сәйкестендіру тапсырмасы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295883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Экранды құлатар еді: React ережелері бұзылған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268789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9774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Аралық қайталау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39774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бар, алгоритм жоқ — өтілгенді қатарынан айдайтын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07701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3665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Интернетсіз жұмыс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383665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Қаріп желіден жүктелетін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4661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7556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Ақылды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27556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Жолдарды қатаң салыстыру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585525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1-ШЕШІМ · ЖАУАПТЫ ТЕКСЕРУ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Жолдарды салыстырудың орнына төрт қабатты тексеру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Жолдарды салыстыру «сәйкес келді ме, жоқ па» дегенге ғана жауап береді. Тірі мұғалім басқаша жауап береді: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ол оқушының дәл нені қате істегенін көреді. Мен төрт жағдайды ажырататын тексеру құрдым.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7564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ДҰРЫС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Толық сәйкестік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Жауап толық есептелді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7564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ДҰРЫС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Әріптерді жақындату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«кітап» орнына «китап»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есептеледі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жазылуы көрсетіледі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7564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ДЕРЛІК ДҰРЫС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Бір әріп артық не кем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 қате басу, әріптің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ауысуы емес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7564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СӘЙКЕС КЕЛМЕДІ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Басқа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көрсетіледі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 қайталауға кетеді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4319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6310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Оның үстіне әр енгізу өрісінің астында ә ғ қ ң ө ұ ү һ і қатары бар: бастың — әріп қойылды.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313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7371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1-ШЕШІМ · НӘЗІК ТҰС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тілінде қате басуға жеңілдік неге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басқаша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Кәдімгі жаттықтырғыштар бір-екі әріп қатесін кешіреді. Қазақ тілінде бұл тексеруді бұзады: грамматика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жалғауда тұр, ал бір әріп — бұл басқа жақ.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мен оқимын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сен оқисың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Формалар бір әріппен ажыратылады: «м» мен «с». Кәдімгі қате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басудағыдай — оларды арақашықтық бойынша ажырату мүмкін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емес.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МЕН ШЫҒАРҒАН ЕРЕЖЕ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5831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Қате басу әріпті жоғалтады немесе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қосады. Форманың ауысуы оны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алмастырады. Сондықтан жеңілдік тек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жауап ұзындығы әртүрлі болғанда — және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бір таңбадан аспайды.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2-ШЕШІМ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9119"/>
            <a:ext cx="10692079" cy="5210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89"/>
              </a:lnSpc>
            </a:pPr>
            <a:r>
              <a:rPr sz="2700" spc="-5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Жалғауларды қосымша кестеден алмайды, ережемен есептейді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53520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кез келген өз сөзін қойып, оның барлық формасын көреді: жалғау боялған, қасында неге дәл сол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таңдалғаны айтылған.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7937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755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57551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Үндестік заңы.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Жалғаудағы дауысты дыбыстың тобы соңғы әріптен емес, сөз түбірінен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алынады.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4937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4937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Ұяңдау.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→ «кітабым»: қ, к, п дауысты жалғау алдында ұяңдайды.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3672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33672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Соңғы дыбыс.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р, й, у-дан кейін -лар/-лер, ал л, м, н, ң-нан кейін -дар/-дер қойылады.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1972" y="3071515"/>
            <a:ext cx="1009192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тіліндегі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2333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ЕРЕЖЕГЕ ТЕСТ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2333" y="307151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формаларына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2694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2694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СӨЗДІКТЕГІ СӨЗ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2694" y="307151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және кез келген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өз сөзің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04939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424848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Ережелер оқулық формаларына жазылған автотесттермен қорғалған: оларды байқаусыз бұзу мүмкін емес.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3-ШЕШІМ · МАЗМҰН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2380"/>
            <a:ext cx="10692079" cy="4920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28"/>
              </a:lnSpc>
            </a:pPr>
            <a:r>
              <a:rPr sz="2550" spc="-5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8–11 сынып деңгейінен басталатын. Мен басын толықтырдым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3136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Бірінші тапсырма «Мен қазір кітап оқып жатырмын» еді. Бесінші сынып оқушысына тірек жоқ: не сәлемдесу,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сан, не отбасы, не мектеп.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97137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ДЕҢГЕЙ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297137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СЫНЫП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297137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САБАҚ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297137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НЕ ТУРАЛЫ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55276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2572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Бастама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672572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672572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67257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Алғашқы сөздер, сан, отбасы, мектеп, грамматика негізі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297338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093196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Сенімді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093196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093196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09319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және етістік шақтары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39401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13820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Еркін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13820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13820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1382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Райлар, етіс, күрделі сөйлеу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14635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2146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БІРДІҢ ОРНЫНА ЖЕТІ ТАПСЫРМА ТҮРІ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394263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Сөйлемдегі бос орын · төртеуден таңдау · сөйлем құрау · формаларды сәйкестендіру · аударма · еркін енгізу · өзін-өзі тексеретін толық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жауап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Сегіз жаңа сабақты мен жаздым, қорғауға дейін оларды қазақ тілі мұғалімі тексереді — олар жобада бөлек белгіленген.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4-ШЕШІМ · ҰСТАП ҚАЛУ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6074"/>
            <a:ext cx="10692079" cy="636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1"/>
              </a:lnSpc>
            </a:pPr>
            <a:r>
              <a:rPr sz="3300" spc="-73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Қайталау материал ұмытыла бастаған кезде келеді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3505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 тапсырма карточкаға айналады. Дұрыс жауап берсең — қосымша оны бір күннен кейін, содан соң үш күннен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кейін қайтарады. Қателессең — бүгін-ақ қайтарады.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7919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15209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жиналған 174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баптаулар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нәтижелерді кесте түрінде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04660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24568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Сабақ соңындағы қателерді талдау ұпай қоспайды — ол ұпай жинау үшін емес, түсіну үшін керек.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КӨРСЕТУ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Бұл қалай көрінеді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төрт қадаммен жүреді. Әр қадам — бір ой, бет-бет мәтін емес.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Қазақша жанды реплика, астында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аудармасы. Әр сөйлеуші өз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бейнесімен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Ереже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ереже және мұғалім кеңесі.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реттен артық берілмейді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Тапсырма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Жеті түрдің бірі, сұраса көмек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беріледі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Талдау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шықпағаны — және қателер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қайта өту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Тікелей көрсету: қосымшаны телефоннан ашып, бір тапсырманы орындау.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ТЕЛЕФОНДАҒЫ ҚОСЫМША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Телефонға орнатылады және интернетсіз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негізгі экраннан кәдімгідей ашылады. Бөлек Android үшін орнату файлы жиналады — сұраса, дайын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тұрсын.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БРАУЗЕРДЕН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823349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«Негізгі экранға»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APK ФАЙЛЫМЕН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823349"/>
            <a:ext cx="4513681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Жобаның әр жаңаруында автоматты түрде жиналады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36464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394390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635202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5274" y="3836464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5274" y="4394390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5274" y="4635202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0740" y="3836464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0740" y="4394390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СӨЗ ТІРКЕСІ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0740" y="4635202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дыбыстауға дайын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Ол бір рет жүктеліп, әрі қарай интернетсіз жұмыс істейді — тексерілді: желіге бірде-бір сұрау кетпейді.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2448306"/>
            <a:ext cx="5245455" cy="2361183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6431" y="2448306"/>
            <a:ext cx="32004" cy="2361183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23316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23316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МҰНЫ ҚАЛАЙ ІСТЕДІМ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Нені өзім істедім, нені тексеруге бердім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Кодты нейрожелінің көмегімен жаздым — сондықтан оның әр тұжырымын тексердім. Бұрынғы нұсқа тексерусіз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сенімнің немен бітетінін көрсетті.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МЕНІҢ ЖҰМЫСЫМ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Сұрақ пен болжамды қойдым, нені өлшейтінімді таңдадым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Себептерін таптым: пернетақта, қаріптер, жоқ мүмкіндіктер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661105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Қате басуға жеңілдік ережесін қазақ тілінің қасиетінен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шығардым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курс мазмұнын құрап, мұғалімнің тексеруіне бердім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ӨЗІ ТЕКСЕРЕТІНІ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 палитрасына 28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Мазмұн жиналғанда 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Осы презентацияның беттелуін қайта жинағанда тексеру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430829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3029" y="4308297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Баяндамадағы әр санды жоба деректерімен салыстыру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СЫНАҚТАН ӨТКІЗУ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Нәтижені қалай өлшемекпін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Нақты дерек әзірге жоқ, оны ойдан шығармаймын. Пайыздың орнына эксперимент жоспарын және қосымшаға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енгізілген құралды көрсетемін.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сынып,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ҚАНША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 оқу күні, күніне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НЕНІ ӨЛШЕЙМІН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үлесі, жауап уақыты,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сабақ соңына жеткен тапсырма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жауап журналын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жүргізіп, кесте жүктейді — қолмен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санаудың қажеті жоқ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Жеке деректер жиналмайды: журналда тек қатысушы белгісі, есімсіз.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651760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расталды және не істеу керек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Болжам расталды: басты кедергі қазақ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тілінің қиындығы емес, техникалық бөгеттер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болып шықты. Оларды алып тастауға болды,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әрі бірде-бірі тілдің өзін жеңілдетуді талап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етпеді.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ӘРІ ҚАРАЙ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Негізгі курсты қазақ тілі мұғалімінің тексеруі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28589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285897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Сыныпта сынақтан өткізу және жоспардың орнына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нақты сандар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38729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38729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589 сөз тіркесі, әрқайсысы 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дауысымен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156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156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Ашық қолжетімділік: қосымша тегін және сілтеме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арқылы жұмыс істейді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GRAMMARQUEST-WEB.VERCEL.APP  ·  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