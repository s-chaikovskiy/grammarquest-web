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Малышко Макар, я учусь в 6 «б» классе школы №35.</a:t>
            </a:r>
          </a:p>
          <a:p/>
          <a:p>
            <a:r>
              <a:t>Я прошёл краткий курс по искусственному интеллекту и сделал приложение</a:t>
            </a:r>
          </a:p>
          <a:p>
            <a:r>
              <a:t>для изучения казахского языка — «Тілашар». Оно рассчитано на учеников</a:t>
            </a:r>
          </a:p>
          <a:p>
            <a:r>
              <a:t>с 5 по 11 класс.</a:t>
            </a:r>
          </a:p>
          <a:p/>
          <a:p>
            <a:r>
              <a:t>Доклад займёт около семи минут. Расскажу: как я его сделал, зачем оно</a:t>
            </a:r>
          </a:p>
          <a:p>
            <a:r>
              <a:t>нужно, что внутри и что я хочу делать дальше.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сказать своими словами и спокойно.</a:t>
            </a:r>
          </a:p>
          <a:p/>
          <a:p>
            <a:r>
              <a:t>Курс по искусственному интеллекту дал главное: как правильно поставить</a:t>
            </a:r>
          </a:p>
          <a:p>
            <a:r>
              <a:t>задачу нейросети и как проверить то, что она сделала. Код помогала писать</a:t>
            </a:r>
          </a:p>
          <a:p>
            <a:r>
              <a:t>нейросеть — но что именно делать, зачем и правильно ли получилось, решал я.</a:t>
            </a:r>
          </a:p>
          <a:p/>
          <a:p>
            <a:r>
              <a:t>Если спросят «а что здесь твоего?» — отвечать так же прямо: замысел,</a:t>
            </a:r>
          </a:p>
          <a:p>
            <a:r>
              <a:t>содержание уроков, проверка и все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говорить «Duolingo плохой». Говорить: он рассчитан на языки с большой</a:t>
            </a:r>
          </a:p>
          <a:p>
            <a:r>
              <a:t>аудиторией, и это нормально. Место для казахского осталось пустым — его</a:t>
            </a:r>
          </a:p>
          <a:p>
            <a:r>
              <a:t>я и попробовал занять.</a:t>
            </a:r>
          </a:p>
          <a:p/>
          <a:p>
            <a:r>
              <a:t>Главная мысль слайда: приложение должно усилить интерес к языку и дать</a:t>
            </a:r>
          </a:p>
          <a:p>
            <a:r>
              <a:t>больше практики, а не заменить учителя.</a:t>
            </a:r>
          </a:p>
          <a:p/>
          <a:p>
            <a:r>
              <a:t>Список курсов я проверил на их сайте и поставил дату. Если жюри захочет —</a:t>
            </a:r>
          </a:p>
          <a:p>
            <a:r>
              <a:t>можно открыть сайт прямо сейчас.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 перечислять все пять — назвать «Учиться» и «Практику», остальное видно</a:t>
            </a:r>
          </a:p>
          <a:p>
            <a:r>
              <a:t>на слайде.</a:t>
            </a:r>
          </a:p>
          <a:p/>
          <a:p>
            <a:r>
              <a:t>Смысл: это не список уроков, а курс на весь учебный год с тремя уровнями —</a:t>
            </a:r>
          </a:p>
          <a:p>
            <a:r>
              <a:t>5–7, 7–9 и 9–11 класс. Уровень подсказывает, откуда начать, но ничего</a:t>
            </a:r>
          </a:p>
          <a:p>
            <a:r>
              <a:t>не запирает: перейти можно в одно касание.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Самый частый вопрос жюри: «что здесь сделал ты, а что нейросеть?».</a:t>
            </a:r>
          </a:p>
          <a:p>
            <a:r>
              <a:t>Отвечать спокойно и честно.</a:t>
            </a:r>
          </a:p>
          <a:p/>
          <a:p>
            <a:r>
              <a:t>Код помогала писать нейросеть. Моя работа — поставить задачу, проверить</a:t>
            </a:r>
          </a:p>
          <a:p>
            <a:r>
              <a:t>результат и найти причину, если что-то не работает. В первой версии такой</a:t>
            </a:r>
          </a:p>
          <a:p>
            <a:r>
              <a:t>проверки не было, и часть задуманного просто не работала. Поэтому во второй</a:t>
            </a:r>
          </a:p>
          <a:p>
            <a:r>
              <a:t>версии приложение проверяет себя само при каждом изменении.</a:t>
            </a:r>
          </a:p>
          <a:p/>
          <a:p>
            <a:r>
              <a:t>Про деньги: все сервисы бесплатные. Это важно — значит, повторить может</a:t>
            </a:r>
          </a:p>
          <a:p>
            <a:r>
              <a:t>любой школьник.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ядро доклада. Не читать по пунктам — рассказать про первый и третий,</a:t>
            </a:r>
          </a:p>
          <a:p>
            <a:r>
              <a:t>остальные видны на слайде.</a:t>
            </a:r>
          </a:p>
          <a:p/>
          <a:p>
            <a:r>
              <a:t>Про первый сделать паузу: в казахском есть буквы, которых физически нет</a:t>
            </a:r>
          </a:p>
          <a:p>
            <a:r>
              <a:t>на русской клавиатуре. Обычный тренажёр сравнивает ответ буква в букву,</a:t>
            </a:r>
          </a:p>
          <a:p>
            <a:r>
              <a:t>и ученик получает «неверно» за правильный ответ. Именно из-за этого первую</a:t>
            </a:r>
          </a:p>
          <a:p>
            <a:r>
              <a:t>версию бросали.</a:t>
            </a:r>
          </a:p>
          <a:p/>
          <a:p>
            <a:r>
              <a:t>Про третий: приложение само помнит, что начинает забываться, и возвращает</a:t>
            </a:r>
          </a:p>
          <a:p>
            <a:r>
              <a:t>это задание. Ученику не нужно решать, что повторять.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</a:t>
            </a:r>
          </a:p>
          <a:p>
            <a:r>
              <a:t>выбрать короткий урок, проверить, что телефон заряжен.</a:t>
            </a:r>
          </a:p>
          <a:p/>
          <a:p>
            <a:r>
              <a:t>Что показать за минуту:</a:t>
            </a:r>
          </a:p>
          <a:p>
            <a:r>
              <a:t>1. Дорожку уроков — видно, где я сейчас.</a:t>
            </a:r>
          </a:p>
          <a:p>
            <a:r>
              <a:t>2. Открыть урок, дойти до задания.</a:t>
            </a:r>
          </a:p>
          <a:p>
            <a:r>
              <a:t>3. Набрать ответ РУССКИМИ буквами — например «аке» вместо «әке».</a:t>
            </a:r>
          </a:p>
          <a:p>
            <a:r>
              <a:t>   Приложение ответит «Грамматика верна» и покажет правильное написание.</a:t>
            </a:r>
          </a:p>
          <a:p>
            <a:r>
              <a:t>   Это и есть главное.</a:t>
            </a:r>
          </a:p>
          <a:p>
            <a:r>
              <a:t>4. Показать ряд казахских букв под полем.</a:t>
            </a:r>
          </a:p>
          <a:p/>
          <a:p>
            <a:r>
              <a:t>Запасной вариант, если проектор не покажет телефон: слайды с картинками.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по бумажке — сказать своими словами.</a:t>
            </a:r>
          </a:p>
          <a:p/>
          <a:p>
            <a:r>
              <a:t>Порядок такой. Сначала коротко: тексты проверил учитель, ребята уже</a:t>
            </a:r>
          </a:p>
          <a:p>
            <a:r>
              <a:t>позанимались, приложение работает. Потом — куда это может вырасти.</a:t>
            </a:r>
          </a:p>
          <a:p>
            <a:r>
              <a:t>И в конце прямая просьба: дайте классы для апробации и методистов.</a:t>
            </a:r>
          </a:p>
          <a:p/>
          <a:p>
            <a:r>
              <a:t>Главная мысль на прощание: казахский не сложнее других языков. Ученику</a:t>
            </a:r>
          </a:p>
          <a:p>
            <a:r>
              <a:t>мешало то, что он не мог нажать нужную букву. Это я убрал — дальше нужно,</a:t>
            </a:r>
          </a:p>
          <a:p>
            <a:r>
              <a:t>чтобы приложением пользовалась не одна школа.</a:t>
            </a:r>
          </a:p>
          <a:p/>
          <a:p>
            <a:r>
              <a:t>ПЕРЕД ЗАЩИТОЙ ОБЯЗАТЕЛЬНО</a:t>
            </a:r>
          </a:p>
          <a:p/>
          <a:p>
            <a:r>
              <a:t>Строка «уже сделано» должна быть правдой, её проверят вопросом.</a:t>
            </a:r>
          </a:p>
          <a:p>
            <a:r>
              <a:t>Убедиться, что учитель действительно посмотрел тексты, и вписать его ФИО</a:t>
            </a:r>
          </a:p>
          <a:p>
            <a:r>
              <a:t>в тексты.py (TEACHER_RU / TEACHER_KZ). Раздать ссылку одноклассникам</a:t>
            </a:r>
          </a:p>
          <a:p>
            <a:r>
              <a:t>и вписать их число (TESTERS) — живое число убеждает сильнее слов.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ставил задачу, проверял результат</a:t>
            </a:r>
          </a:p>
          <a:p>
            <a:r>
              <a:t>   и искал причину, если что-то не работало. Содержание уроков и все</a:t>
            </a:r>
          </a:p>
          <a:p>
            <a:r>
              <a:t>   решения — мои.</a:t>
            </a:r>
          </a:p>
          <a:p/>
          <a:p>
            <a:r>
              <a:t>2. «Чем это отличается от прошлогодней работы?»</a:t>
            </a:r>
          </a:p>
          <a:p>
            <a:r>
              <a:t>   Тогда я показывал замысел, и он победил. Сейчас показываю работающее</a:t>
            </a:r>
          </a:p>
          <a:p>
            <a:r>
              <a:t>   приложение, которое проверил учитель и попробовали одноклассники.</a:t>
            </a:r>
          </a:p>
          <a:p/>
          <a:p>
            <a:r>
              <a:t>3. «Кто проверял казахский текст?»</a:t>
            </a:r>
          </a:p>
          <a:p>
            <a:r>
              <a:t>   Учитель казахского языка. Тексты выгружаются из приложения одним</a:t>
            </a:r>
          </a:p>
          <a:p>
            <a:r>
              <a:t>   файлом — так проверять удобно, и так же будут проверяться новые уроки.</a:t>
            </a:r>
          </a:p>
          <a:p/>
          <a:p>
            <a:r>
              <a:t>4. «Результаты апробации есть?»</a:t>
            </a:r>
          </a:p>
          <a:p>
            <a:r>
              <a:t>   Одноклассники позанимались и сказали, что мешает — это я исправил.</a:t>
            </a:r>
          </a:p>
          <a:p>
            <a:r>
              <a:t>   Настоящая апробация на классе с цифрами — следующий шаг, сбор данных</a:t>
            </a:r>
          </a:p>
          <a:p>
            <a:r>
              <a:t>   в приложение уже встроен. Придумывать проценты я не стал.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  <a:p>
            <a:r>
              <a:t>   Все сервисы, на которых оно сделано, тоже бесплатные.</a:t>
            </a:r>
          </a:p>
          <a:p/>
          <a:p>
            <a:r>
              <a:t>6. «Сколько времени это заняло?»</a:t>
            </a:r>
          </a:p>
          <a:p>
            <a:r>
              <a:t>   Отвечать честно своими словами: сколько ушло на самом деле.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ҒЫЛЫМИ ЖОБА · ҚАЛАЛЫҚ ОЛИМПИАДА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Тілашар 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қазақ тілі қадам сайын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6454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Орысша сөйлейтін және қазақ тілін үйренетін 5–11 сынып оқушыларына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арналған қосымша. Тегін, сілтеме арқылы ашылады.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ТАПСЫРМА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ЖАТТЫҒУ ТҮРІ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5–11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СЫНЫПТАР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МАЛЫШКО МАКАР ЕВГЕНЬЕВИЧ · 6 «Б» СЫНЫП · №35 МЕКТЕП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БҰЛ ҚАЛАЙ ПАЙДА БОЛДЫ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3899"/>
            <a:ext cx="10692079" cy="1118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Жасанды интеллект бойынша қысқа курстан өттім</a:t>
            </a:r>
          </a:p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— және реферат емес, нақты қосымша жасадым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10669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Оқушы нейрожелінің көмегімен идеяны шынымен пайдаланылатын дайын бағдарламаға дейін жеткізе ала ма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соны тексергім келді. Жеткізе екен.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837688"/>
            <a:ext cx="32004" cy="21264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Үйрендім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Жасанды интеллект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бойынша қысқа курс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146296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Тапсырманы қалай қою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және жауапты қалай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тексеру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837688"/>
            <a:ext cx="32004" cy="2126488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Жасадым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Қосымша туралы баяндама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емес, қосымшаның өзі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414629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26 сабақ және 225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тапсырма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837688"/>
            <a:ext cx="32004" cy="2126488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Тексердім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Бірінші нұсқа мектеп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олимпиадасында жеңді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414629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Бұл — екінші, қайта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жасалған нұсқа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837688"/>
            <a:ext cx="2522143" cy="2126488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837688"/>
            <a:ext cx="32004" cy="212648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3072384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3311194"/>
            <a:ext cx="2010079" cy="3083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Аштым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69011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69011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Тегін және сілтеме арқылы,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орнатусыз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414629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414629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Кез келген мектептің 5–11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сынып оқушысына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348224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547309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Қосымша дәл қазір жұмыс істеп тұр: сайт ашық, кез келген адам кіріп шұғылдана алады.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64688"/>
            <a:ext cx="5245455" cy="14630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64688"/>
            <a:ext cx="5245455" cy="151384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64688"/>
            <a:ext cx="32004" cy="15138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 ҮШІН ҚАЖЕТ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03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 әр мектепте оқиды, ал жаттығуға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ыңғайлы орын жоқ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 — мемлекеттік тіл және елдегі барлық мектептің міндетті пәні, оның ішінде оқыту орыс тілінде жүретін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мектептерде де.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6352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200400"/>
            <a:ext cx="4733391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Тіл көлеммен емес, қайталаумен беріледі: күн сайынғы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он минут аптасына бір рет отыратын екі сағаттан көп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нәтиже береді. Ол үшін телефон өте қолайлы — ол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әрқашан қасында.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202432"/>
            <a:ext cx="4733391" cy="10104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Бірақ түсіндірмесі орысша, ал үйрететіні қазақша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жаттықтырғыштар жоқтың қасы. duolingo.com сайтында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орысша білетіндерге тоғыз тіл қолжетімді — олардың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ішінде қазақ тілі жоқ. Оқулық пен дәптер ғана қалады.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Дереккөз: duolingo.com/courses, «Орыс тілін білетіндерге арналған курстар» бөлімі. 25.08.2026 тексерілді.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НЕ ЖАСАЛДЫ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04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4115"/>
            <a:ext cx="10692079" cy="7429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120"/>
              </a:lnSpc>
            </a:pPr>
            <a:r>
              <a:rPr sz="3850" spc="-85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Бес бөлім және әрқайсысына түсінікті экран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9793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Оқушы қосымшаны ашқанда қай жерде тоқтағанын және әрі қарай не істеу керегін бірден көреді. Мәзірді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зерттеудің қажеті жоқ.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53932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Оқу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89948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 жолы: өтілгені мен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келесі қадам көрініп тұрады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Жаттығу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88994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Күнделікті мақсат, қайталау,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 карточкалары,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секундтық спринт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Сөздік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88994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Сабақтардан алынған 162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сөз, іздеу орыс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пернетақтасынан да жұмыс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істейді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Анықтама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889948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ереже, 22 тақырып және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жанды жалғау кестелері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52841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88994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марапаттар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және нәтижелерді кесте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түрінде жүктеу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103052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302137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Ірі түймелер, әр қатеден кейінгі түсіндірме, кез келген жерден негізгі экранға оралу, ашық және қараңғы тақырып.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5275945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5833872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 · 5–7 СЫНЫП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07347" y="5275945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07347" y="5833872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 · 7–9 СЫНЫП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64886" y="5275945"/>
            <a:ext cx="2383219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64886" y="5833872"/>
            <a:ext cx="2383219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 · 9–11 СЫНЫП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104202" y="2259330"/>
            <a:ext cx="4337684" cy="2037587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104202" y="2259330"/>
            <a:ext cx="32004" cy="2037587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259330"/>
            <a:ext cx="6153226" cy="2536952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259330"/>
            <a:ext cx="32004" cy="253695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ҚАЛАЙ ЖАСАЛДЫ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05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Қандай сервистермен жасалды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Барлық құрал тегін және оқушыға қолжетімді. Бірде-бір сервис үшін ақы төлеуге тура келген жоқ.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511298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НЕМЕН ЖАСАЛДЫ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2823514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41044" y="2823514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Нейрожелі-көмекші.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Код жазды — мен тапсырма қойып, нәтижені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тексердім.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3378758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41044" y="3378758"/>
            <a:ext cx="538767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GitHub.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Кодты және өзгерістер тарихын сақтайды, Android нұсқасы да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сонда жиналады.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7" y="3934002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41044" y="3934002"/>
            <a:ext cx="538767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Vercel.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Әр түзетуден кейін сайтты интернетте өзі жариялайды.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7" y="4284776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41044" y="4284776"/>
            <a:ext cx="538767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Capacitor. </a:t>
            </a:r>
            <a:r>
              <a:rPr sz="11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 Сайтты телефонға орнатылатын қосымшаға айналдырады.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2511298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48CD8C"/>
                </a:solidFill>
                <a:latin typeface="IBM Plex Mono SemiBold"/>
                <a:cs typeface="IBM Plex Mono SemiBold"/>
                <a:ea typeface="IBM Plex Mono SemiBold"/>
              </a:rPr>
              <a:t>НЕ ӨЗІ ТЕКСЕРІЛЕДІ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78522" y="282493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89088" y="2824937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Әр өзгерісте 70 автотест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78522" y="31485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088" y="31485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Түстер контрастына 36 тексеру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8522" y="347212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088" y="347212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Тапсырма тұжырымдарын тексеру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8522" y="379572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48CD8C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088" y="379572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Баяндамадағы әр санды салыстыру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49808" y="494258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24127" y="514167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Код ашық: кез келген адам оның қалай жасалғанын көріп, тексерулерді қайта іске қоса алады.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ЕРЕКШЕЛІГІ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Кәдімгі жаттықтырғышта жоқ төрт нәрсе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75643"/>
            <a:ext cx="8767504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Әрқайсысы әдемілік үшін емес, онсыз оқушы шұғылдануды тоқтатқандықтан пайда болды.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Орыс әріптерін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қабылдайды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392678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Қазақ тілінде орыс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пернетақтасында жоқ тоғыз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әріп бар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0266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10056" y="402666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Жауап есептеледі, дұрыс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жазылуы көрсетіледі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73119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3119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29151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729151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Жалғауларды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ережемен есептейді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39267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Кез келген өз сөзіңді қой —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барлық формасын көресің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29151" y="38488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933367" y="384886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Кесте емес, қазақ тілінің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ережелері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6431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96431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52463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52463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Ұмытылғанды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қайтарады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52463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679" y="3392678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Қателессең — тапсырма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бүгін қайтады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52463" y="38488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56679" y="3848862"/>
            <a:ext cx="1805863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Дұрыс жауап берсең — бір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күннен, содан соң үш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күннен кейін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19743" y="2323084"/>
            <a:ext cx="2522143" cy="2343658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919743" y="2323084"/>
            <a:ext cx="32004" cy="234365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75775" y="2557780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75775" y="2796590"/>
            <a:ext cx="2010079" cy="52555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Интернетсіз жұмыс</a:t>
            </a:r>
          </a:p>
          <a:p>
            <a:pPr algn="l">
              <a:lnSpc>
                <a:spcPts val="1710"/>
              </a:lnSpc>
            </a:pPr>
            <a:r>
              <a:rPr sz="1500" spc="-2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істейді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75775" y="3392678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79991" y="3392678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Бір рет жүктеледі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75775" y="3671062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79991" y="3671062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Әрі қарай кез келген жерде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шұғылдан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49808" y="5069078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24127" y="526816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Мұның бәрі әр жаңартуда автотесттермен тексеріледі: байқаусыз бұзу мүмкін емес.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52928" y="2259330"/>
            <a:ext cx="8588959" cy="1929384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ӨЗІҢІЗ КӨРІҢІЗ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07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Дәл қазір өз телефоныңыздан ашыңыз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Камераны кодқа бағыттаңыз. Қосымша бірден ашылады — ештеңе орнатудың қажеті жоқ.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2259330"/>
            <a:ext cx="1417320" cy="14173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9808" y="3777233"/>
            <a:ext cx="2057400" cy="4149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Қосымшаны ашу:</a:t>
            </a:r>
          </a:p>
          <a:p>
            <a:pPr algn="l">
              <a:lnSpc>
                <a:spcPts val="1350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tilashar-kz.vercel.app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493010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ТЕЛЕФОНҒА ОРНАТУ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2768854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мәзір → «Қосымшаны орнату». iPhone: «Бөлісу» → «Негізгі экранға»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3329686"/>
            <a:ext cx="807689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ANDROID ФАЙЛЫМЕН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3605530"/>
            <a:ext cx="8076895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Дайын файл осында: github.com/s-chaikovskiy/grammarquest-web/releases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сығылған код пен стиль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1512" y="4504466"/>
            <a:ext cx="3177384" cy="565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36"/>
              </a:lnSpc>
            </a:pPr>
            <a:r>
              <a:rPr sz="3200" spc="-9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01512" y="5033517"/>
            <a:ext cx="3177384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ЖЕЛІ СҰРАУЫ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1512" y="5274330"/>
            <a:ext cx="3177384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алғашқы жүктеуден кейін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 қаріпті және суреттерді қоса алғанда шамамен 1,4 МБ орын алады. Бір рет жүктеліп, әрі қарай интернетсіз жұмыс істейді — өлшеумен тексерілді.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04202" y="3251707"/>
            <a:ext cx="4337684" cy="2834639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3251707"/>
            <a:ext cx="6153226" cy="21229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БҰЛ ҚАЙДА ДЕЙІН ӨСЕ АЛАДЫ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Мектеп жобасынан — елдегі барлық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мектепке арналған қосымшаға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203195"/>
            <a:ext cx="10692079" cy="70104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4127" y="2403754"/>
            <a:ext cx="10143439" cy="33147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40"/>
              </a:lnSpc>
            </a:pPr>
            <a:r>
              <a:rPr sz="12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Қазірдің өзінде: мәтіндерді мұғалім тексерді · қосымшаны сыныптастар қолданып көрді · сайт жұмыс істеп тұр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03675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ӨТІНІШІМ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779519"/>
            <a:ext cx="5604586" cy="14033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Қосымшаға сынақтан өткізетін сыныптар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және курсты бағдарламаға дейін жеткізетін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әдіскер мұғалімдер керек. Әрі қарай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дамытуға мен өзім дайынмын.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503675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АУҚЫМДЫ ДАМУ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381731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381731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5–11 сыныпқа арналған толық курс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4131767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4131767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Дыбыстау: ана тілі иесінің дауысымен 589 сөз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тіркесі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464179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4641799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Мұғалім кабинеті: сынып, тапсырма, үлгерім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78522" y="495625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89088" y="4956251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Орыс тілін оқитын мектептерге нұсқа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78522" y="527070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89088" y="527070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Google Play және App Store-да жариялау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8522" y="558515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9088" y="5585155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Кез келген мектепке тегін қолжетімділік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TILASHAR-KZ.VERCEL.APP  ·  МАЛЫШКО МАКАР ЕВГЕНЬЕВИЧ · 6 «Б» СЫНЫП · №35 МЕКТЕП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