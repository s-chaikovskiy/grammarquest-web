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Порядок такой. Сначала коротко: тексты проверил учитель, ребята уже</a:t>
            </a:r>
          </a:p>
          <a:p>
            <a:r>
              <a:t>позанимались, приложение работает. Потом — куда это может вырасти.</a:t>
            </a:r>
          </a:p>
          <a:p>
            <a:r>
              <a:t>И в конце прямая просьба: дайте классы для апробации и методистов.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дальше нужно,</a:t>
            </a:r>
          </a:p>
          <a:p>
            <a:r>
              <a:t>чтобы приложением пользовалась не одна школа.</a:t>
            </a:r>
          </a:p>
          <a:p/>
          <a:p>
            <a:r>
              <a:t>ПЕРЕД ЗАЩИТОЙ ОБЯЗАТЕЛЬНО</a:t>
            </a:r>
          </a:p>
          <a:p/>
          <a:p>
            <a:r>
              <a:t>Строка «уже сделано» должна быть правдой, её проверят вопросом.</a:t>
            </a:r>
          </a:p>
          <a:p>
            <a:r>
              <a:t>Убедиться, что учитель действительно посмотрел тексты, и вписать его ФИО</a:t>
            </a:r>
          </a:p>
          <a:p>
            <a:r>
              <a:t>в тексты.py (TEACHER_RU / TEACHER_KZ). Раздать ссылку одноклассникам</a:t>
            </a:r>
          </a:p>
          <a:p>
            <a:r>
              <a:t>и вписать их число (TESTERS) — живое число убеждает сильнее слов.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приложение, которое проверил учитель и попробовали одноклассники.</a:t>
            </a:r>
          </a:p>
          <a:p/>
          <a:p>
            <a:r>
              <a:t>3. «Кто проверял казахский текст?»</a:t>
            </a:r>
          </a:p>
          <a:p>
            <a:r>
              <a:t>   Учитель казахского языка. Тексты выгружаются из приложения одним</a:t>
            </a:r>
          </a:p>
          <a:p>
            <a:r>
              <a:t>   файлом — так проверять удобно, и так же будут проверяться новые уроки.</a:t>
            </a:r>
          </a:p>
          <a:p/>
          <a:p>
            <a:r>
              <a:t>4. «Результаты апробации есть?»</a:t>
            </a:r>
          </a:p>
          <a:p>
            <a:r>
              <a:t>   Одноклассники позанимались и сказали, что мешает — это я исправил.</a:t>
            </a:r>
          </a:p>
          <a:p>
            <a:r>
              <a:t>   Настоящая апробация на классе с цифрами — следующий шаг, сбор данных</a:t>
            </a:r>
          </a:p>
          <a:p>
            <a:r>
              <a:t>   в приложение уже встроен. Придумывать проценты я не стал.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  <a:p/>
          <a:p>
            <a:r>
              <a:t>6. «Сколько времени это заняло?»</a:t>
            </a:r>
          </a:p>
          <a:p>
            <a:r>
              <a:t>   Отвечать честно своими словами: сколько ушло на самом 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ҚАЛАЛЫҚ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 қадам сайын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Орысша сөйлейтін және қазақ тілін үйренетін 5–11 сынып оқушыларына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арналған қосымша. Тегін, сілтеме арқылы ашылады.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СЫНЫПТАР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БҰЛ ҚАЛАЙ ПАЙДА БОЛДЫ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Жасанды интеллект бойынша қысқа курстан өттім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— және реферат емес, нақты қосымша жасадым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1066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нейрожелінің көмегімен идеяны шынымен пайдаланылатын дайын бағдарламаға дейін жеткізе ала ма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соны тексергім келді. Жеткізе екен.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Үйрендім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Жасанды интеллект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қысқа курс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46296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Тапсырманы қалай қою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және жауапты қалай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тексеру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37688"/>
            <a:ext cx="32004" cy="21264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Жасадым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туралы баяндама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емес, қосымшаның өзі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сабақ және 225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37688"/>
            <a:ext cx="32004" cy="21264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Тексердім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Бірінші нұсқа мектеп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олимпиадасында жеңді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Бұл — екінші, қайта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жасалған нұсқа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Аштым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Тегін және сілтеме арқылы,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орнатусыз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Кез келген мектептің 5–11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сынып оқушысына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348224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547309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Қосымша дәл қазір жұмыс істеп тұр: сайт ашық, кез келген адам кіріп шұғылдана алады.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 ҮШІН ҚАЖЕТ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әр мектепте оқиды, ал жаттығуға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ыңғайлы орын жоқ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— мемлекеттік тіл және елдегі барлық мектептің міндетті пәні, оның ішінде оқыту орыс тілінде жүретін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мектептерде де.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Тіл көлеммен емес, қайталаумен беріледі: күн сайынғы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он минут аптасына бір рет отыратын екі сағаттан көп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нәтиже береді. Ол үшін телефон өте қолайлы — ол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әрқашан қасында.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Бірақ түсіндірмесі орысша, ал үйрететіні қазақша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жаттықтырғыштар жоқтың қасы. duolingo.com сайтында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орысша білетіндерге тоғыз тіл қолжетімді — олардың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ішінде қазақ тілі жоқ. Оқулық пен дәптер ғана қалады.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4115"/>
            <a:ext cx="10692079" cy="7429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20"/>
              </a:lnSpc>
            </a:pPr>
            <a:r>
              <a:rPr sz="3850" spc="-8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Бес бөлім және әрқайсысына түсінікті экран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9793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Оқушы қосымшаны ашқанда қай жерде тоқтағанын және әрі қарай не істеу керегін бірден көреді. Мәзірді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зерттеудің қажеті жоқ.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5393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8994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алынған 162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марапаттар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және нәтижелерді кесте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түрінде 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03052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302137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Қазақ дауыстарымен 623 жазба, тірі кейіпкерлер, ірі түймелер, әр қатені талдау және кез келген жерден негізгі экранға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оралу.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506133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6064059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5–7 СЫНЫП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506133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6064059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7–9 СЫНЫП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506133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6064059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9–11 СЫНЫП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536952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53695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ҚАЛАЙ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Қандай сервистермен жасалды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Барлық құрал тегін және оқушыға қолжетімді. Бірде-бір сервис үшін ақы төлеуге тура келген жоқ.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НЕМЕН ЖАСАЛДЫ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Нейрожелі-көмекші.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 жазды — мен тапсырма қойып, нәтижені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тексердім.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Кодты және өзгерістер тарихын сақтайды, Android нұсқасы да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сонда жиналады.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Әр түзетуден кейін сайтты интернетте өзі жариялайды.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Сайтты телефонға орнатылатын қосымшаға айналдырады.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НЕ ӨЗІ ТЕКСЕРІЛЕДІ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Түстер контрастына 36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Баяндамадағы әр санды салыстыру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494258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14167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ашық: кез келген адам оның қалай жасалғанын көріп, тексерулерді қайта іске қоса алады.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ЕРЕКШЕЛІГІ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Кәдімгі жаттықтырғышта жоқ төрт нәрсе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75643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Әрқайсысы әдемілік үшін емес, онсыз оқушы шұғылдануды тоқтатқандықтан пайда болды.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 әріптерін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қабылдайды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39267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Қазақ тілінде орыс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пернетақтасында жоқ тоғыз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әріп бар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266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0266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Жауап есептеледі, дұрыс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жазылуы көрсетіледі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Жалғауларды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ережемен есептейді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өз сөзіңді қой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барлық формасын көресің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8488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Кесте емес, қазақ тілінің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ережелері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Ұмытылғанды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қайтарады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Қателессең — тапсырма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бүгін қайтады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848862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Дұрыс жауап берсең —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күннен, содан соң үш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 кейін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Сөйлейді және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тыңдатады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Қазақ дауыстарымен 623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жазба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8488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Реплика естіліп тұрғанда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кейіпкер қозғалады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0690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2681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Және бұның бәрі интернетсіз жұмыс істейді: алғашқы жүктеуден кейін қосымша желіге бірде-бір сұрау жібермейді.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ӨЗІҢІЗ КӨРІҢІЗ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Дәл қазір өз телефоныңыздан ашыңыз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Камераны кодқа бағыттаңыз. Қосымша бірден ашылады — ештеңе орнатудың қажеті жоқ.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ТЕЛЕФОНҒА ОРНАТУ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 «Негізгі экранға»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ТЕЛЕФОНҒА ЖӘНЕ КОМПЬЮТЕРГЕ ФАЙЛМЕН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 және Windows — осында: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Бір рет жүктеліп, әрі қарай интернетсіз жұмыс істейді — өлшеумен тексерілді.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04202" y="3472687"/>
            <a:ext cx="4337684" cy="26390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472687"/>
            <a:ext cx="6153226" cy="21229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БҰЛ ҚАЙДА ДЕЙІН ӨСЕ АЛАДЫ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Мектеп жобасынан — елдегі барлық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мектепке арналған қосымшаға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203195"/>
            <a:ext cx="10692079" cy="92202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403754"/>
            <a:ext cx="10143439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Қазірдің өзінде: 26 сабақ және 623 дыбыс жазбасы · интернетсіз жұмыс істейді — телефонда да, компьютерде де · сайт барлығына</a:t>
            </a:r>
          </a:p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ашық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724655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ӨТІНІШІМ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4000499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Қосымшаға сынақтан өткізетін сыныптар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және курсты бағдарламаға дейін жеткізетін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әдіскер мұғалімдер керек. Әрі қарай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дамытуға мен өзім дайынмын.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724655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АУҚЫМДЫ ДАМУ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403829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403829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5–11 сыныпқа арналған толық курс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435274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435274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Ана тілі иесінің тірі дауысымен жазба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66719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66719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Мұғалім кабинеті: сынып, тапсырма, үлгерім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98165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98165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Орыс тілін оқитын мектептерге нұсқа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522" y="529610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088" y="529610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Google Play және App Store-да жариялау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8522" y="561055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088" y="561055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мектепке тегін қолжетімділік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