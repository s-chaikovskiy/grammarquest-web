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сөйлейтін және қазақ тілін үйренетін 5–11 сынып оқушыларына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арналған қосымша. Тегін, сілтеме арқылы ашылады.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СЫНЫПТАР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БҰЛ ҚАЛАЙ ПАЙДА БОЛДЫ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Жасанды интеллект бойынша қысқа курстан өттім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— және реферат емес, нақты қосымша жасадым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1066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нейрожелінің көмегімен идеяны шынымен пайдаланылатын дайын бағдарламаға дейін жеткізе ала ма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соны тексергім келді. Жеткізе екен.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Үйрендім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Жасанды интеллект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қысқа курс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46296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Тапсырманы қалай қою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және жауапты қалай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37688"/>
            <a:ext cx="32004" cy="21264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Жасадым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туралы баяндама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емес, қосымшаның өзі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сабақ және 225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37688"/>
            <a:ext cx="32004" cy="21264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Тексердім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Бірінші нұсқа мектеп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олимпиадасында жеңді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Бұл — екінші, қайта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жасалған нұсқа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Аштым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Тегін және сілтеме арқылы,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орнатусыз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Кез келген мектептің 5–11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сынып оқушысына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348224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547309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дәл қазір жұмыс істеп тұр: сайт ашық, кез келген адам кіріп шұғылдана алады.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ҚАЖЕТ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әр мектепте оқиды, ал жаттығуға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ыңғайлы орын жоқ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— мемлекеттік тіл және елдегі барлық мектептің міндетті пәні, оның ішінде оқыту орыс тілінде жүретін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мектептерде де.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Тіл көлеммен емес, қайталаумен беріледі: күн сайынғы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он минут аптасына бір рет отыратын екі сағаттан көп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нәтиже береді. Ол үшін телефон өте қолайлы — ол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әрқашан қасында.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Бірақ түсіндірмесі орысша, ал үйрететіні қазақша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жаттықтырғыштар жоқтың қасы. duolingo.com сайтында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орысша білетіндерге тоғыз тіл қолжетімді — олардың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ішінде қазақ тілі жоқ. Оқулық пен дәптер ғана қалады.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әрқайсысына түсінікті экран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Оқушы қосымшаны ашқанда қай жерде тоқтағанын және әрі қарай не істеу керегін бірден көреді. Мәзірді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зерттеудің қажеті жоқ.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5393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8994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алынған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03052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02137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Қазақ дауыстарымен 623 жазба, тірі кейіпкерлер, ірі түймелер, әр қатені талдау және кез келген жерден негізгі экранға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оралу.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5–7 СЫНЫП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7–9 СЫНЫП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506133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6064059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9–11 СЫНЫП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536952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53695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Қандай сервистермен жасалды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Барлық құрал тегін және оқушыға қолжетімді. Бірде-бір сервис үшін ақы төлеуге тура келген жоқ.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НЕМЕН ЖАСАЛДЫ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Нейрожелі-көмекші.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жазды — мен тапсырма қойып, нәтижені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Кодты және өзгерістер тарихын сақтайды, Android нұсқасы да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сонда жиналады.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Әр түзетуден кейін сайтты интернетте өзі жариялайды.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Сайтты телефонға орнатылатын қосымшаға айналдырады.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36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94258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14167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оның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Кәдімгі жаттықтырғышта жоқ төрт нәрсе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5643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Әрқайсысы әдемілік үшін емес, онсыз оқушы шұғылдануды тоқтатқандықтан пайда болды.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 әріптерін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қабылдайды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39267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тілінде орыс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пернетақтасында жоқ тоғыз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әріп 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66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0266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Жауап есептеледі, дұрыс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жазылуы көрсетіледі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Жалғауларды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ережемен есептейді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өз сөзіңді қой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барлық формасын көресің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Кесте емес, қазақ тілінің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ережелері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Ұмытылғанды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қайтарады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Қателессең — тапсырма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бүгін қайтады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848862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Дұрыс жауап берсең —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күннен, содан соң үш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 кейін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Сөйлейді және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тыңдатады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дауыстарымен 623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жазба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Реплика естіліп тұрғанда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кейіпкер қозғалады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0690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2681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Және бұның бәрі интернетсіз жұмыс істейді: алғашқы жүктеуден кейін қосымша желіге бірде-бір сұрау жібермейді.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ӨЗІҢІЗ КӨРІҢІЗ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ANDROID ФАЙЛЫМЕН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Дайын файл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БҰЛ ҚАЙДА ДЕЙІН ӨСЕ АЛАДЫ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 жобасынан — елдегі барлық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мектепке арналған қосымшаға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Қазірдің өзінде: мәтіндерді мұғалім тексерді · қосымшаны сыныптастар қолданып көрді · сайт жұмыс істеп тұр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ӨТІНІШІМ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Қосымшаға сынақтан өткізетін сыныптар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және курсты бағдарламаға дейін жеткізетін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әдіскер мұғалімдер керек. Әрі қарай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дамытуға мен өзім дайынмын.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АУҚЫМДЫ ДАМУ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5–11 сыныпқа арналған толық курс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Ана тілі иесінің тірі дауысымен жазба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44621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44621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Мұғалім кабинеті: сынып, тапсырма, үлгерім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76067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76067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Орыс тілін оқитын мектептерге нұсқа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07512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07512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Google Play және App Store-да жариялау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3895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3895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мектепке тегін қолжетімділік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