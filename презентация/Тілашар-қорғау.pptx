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Сразу скажу, откуда взялся проект. Первая версия этого тренажёра победила</a:t>
            </a:r>
          </a:p>
          <a:p>
            <a:r>
              <a:t>на школьной олимпиаде — жюри убедил замысел. Но когда я стал смотреть, как им</a:t>
            </a:r>
          </a:p>
          <a:p>
            <a:r>
              <a:t>пользуются, оказалось, что до конца доходят единицы. Сегодня я рассказываю,</a:t>
            </a:r>
          </a:p>
          <a:p>
            <a:r>
              <a:t>что я за это время выяснил и какой стала вторая версия.</a:t>
            </a:r>
          </a:p>
          <a:p/>
          <a:p>
            <a:r>
              <a:t>Это важная рамка: я не переделываю чужую неудачу, я развиваю свою работу.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 слайда: победа на школьном этапе — это признание идеи, а не</a:t>
            </a:r>
          </a:p>
          <a:p>
            <a:r>
              <a:t>доказательство, что продукт работает. Разница между этими двумя вещами</a:t>
            </a:r>
          </a:p>
          <a:p>
            <a:r>
              <a:t>и есть содержание моей второй версии.</a:t>
            </a:r>
          </a:p>
          <a:p/>
          <a:p>
            <a:r>
              <a:t>Я не стал сразу дописывать программу. Сначала вопрос и гипотеза, потом проверка.</a:t>
            </a:r>
          </a:p>
          <a:p>
            <a:r>
              <a:t>Гипотезу сформулировал так, чтобы её можно было опровергнуть: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 Это и отличает вторую</a:t>
            </a:r>
          </a:p>
          <a:p>
            <a:r>
              <a:t>версию от простого «дописал ещё уроков».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Тон здесь важен. Это не разбор чужих ошибок и не самобичевание: у первой версии</a:t>
            </a:r>
          </a:p>
          <a:p>
            <a:r>
              <a:t>замысел был шире того, что успело заработать, — так бывает с любым прототипом.</a:t>
            </a:r>
          </a:p>
          <a:p>
            <a:r>
              <a:t>Ценность в том, что я это проверил, а не поверил описанию.</a:t>
            </a:r>
          </a:p>
          <a:p/>
          <a:p>
            <a:r>
              <a:t>Главный вывод: описание ничего не доказывает. Проверять 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казахский</a:t>
            </a:r>
          </a:p>
          <a:p>
            <a:r>
              <a:t>текст курса писал не носитель языка — ни новые уроки, ни исходные. Весь текст</a:t>
            </a:r>
          </a:p>
          <a:p>
            <a:r>
              <a:t>выгружен учителю на проверку: уроки, правила и справочник — 168 тысяч знаков.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201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И вторая, не менее важная: прототип победил на школьном этапе за идею. Вторая</a:t>
            </a:r>
          </a:p>
          <a:p>
            <a:r>
              <a:t>версия — про то, как идею довели до состояния, когда ею действительно пользуются.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Первая версия писалась без такой проверки — потому и не доходила</a:t>
            </a:r>
          </a:p>
          <a:p>
            <a:r>
              <a:t>   до конца ни у кого, кроме меня.</a:t>
            </a:r>
          </a:p>
          <a:p/>
          <a:p>
            <a:r>
              <a:t>0. «А чем это отличается от прошлогодней работы?»</a:t>
            </a:r>
          </a:p>
          <a:p>
            <a:r>
              <a:t>   Прошлый раз я показывал замысел, и он победил. В этот раз я показываю проверку</a:t>
            </a:r>
          </a:p>
          <a:p>
            <a:r>
              <a:t>   этого замысла на данных и то, что из проверки вышло: движок сверки ответов,</a:t>
            </a:r>
          </a:p>
          <a:p>
            <a:r>
              <a:t>   базовый курс для 5–7 класса, интервальное повторение, работа без интернета.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относится ко всему курсу. Восемь базовых уроков написал я,</a:t>
            </a:r>
          </a:p>
          <a:p>
            <a:r>
              <a:t>   остальные восемнадцать сгенерировала прежняя программа, а я внёс в них</a:t>
            </a:r>
          </a:p>
          <a:p>
            <a:r>
              <a:t>   44 исправления. Носитель языка не видел ни один урок — поэтому весь</a:t>
            </a:r>
          </a:p>
          <a:p>
            <a:r>
              <a:t>   казахский текст выгружен учителю на проверку: 94 тысячи знаков в уроках</a:t>
            </a:r>
          </a:p>
          <a:p>
            <a:r>
              <a:t>   и ещё 74 тысячи в правилах и справочнике — всего 168 тысяч.</a:t>
            </a:r>
          </a:p>
          <a:p>
            <a:r>
              <a:t>   Говорить именно так: сказать «остальные взяты из прежней версии» значит</a:t>
            </a:r>
          </a:p>
          <a:p>
            <a:r>
              <a:t>   намекнуть, что они проверены. Они не проверены.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Нобайдан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жұмыс істейтін құралға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Бірінші нұсқа мектеп олимпиадасында жеңді. Осы уақытта не білгенімді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және екінші нұсқа қандай болғанын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ЕКІНШІ НҰСҚА НЕДЕН БАСТАЛДЫ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Нобай мектеп олимпиадасында жеңді. Содан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кейін оны қалай қолданатынын қарай бастадым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Ой қазылар алқасын сендірді. Бірақ экранның артында басқасы шықты: оқушылар бірнеше тапсырмадан кейін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тоқтайтын. Соқыр толықтырудың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нобайды күн сайын шұғылданатын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жаттықтырғышқа жеткізу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Нобайдың әрбір қасиетін көзбен емес, 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543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543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0982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0982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7421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07421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63859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63859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Нобай туралы әрбір тұжырымды жобаның өз деректерімен тексердім. Барлық тексеру — репозиторийде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Ойластырылған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түрлерінің қайсысын нобай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қосып үлгермегенін 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нобайдағы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нобай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нобай қазақ әріптері жоқ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бесеуі жоқ: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таңба кестесін талдау арқылы тексерілді. Бір командамен қайталанады: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ОЙ МЕН ОРЫНДАЛУЫ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Нобай нені ойластырды және неге жетпей қалды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62232"/>
            <a:ext cx="8553663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Нобайдың сипаттамасын оның кодымен салыстырдым. Ой іске асқаннан кең болды — бірінші нұсқа үшін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бұл әдеттегі жағдай, бірақ тексеруге тұрарлық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44521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ОЙЛАСТЫРЫЛДЫ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444521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ІСТЕЙ АЛДЫ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700147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82910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82910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Біреуі. Тапсырмаларда түр белгісі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13905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6801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326801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Қосылмайтын: экран көтермес 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5779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70692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70692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тапсырмалар қатарынан жүретін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1688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14583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414583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келетін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455794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58474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58474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9470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Тірі мұғалім басқаша жауап береді: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ол оқушының дәл 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оқимын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оқисың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Формалар бір әріппен ажыратылады: «м» мен «с».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 — оларды арақашықтық бойынша ажырату мүмкін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емес.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71515"/>
            <a:ext cx="1009192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тіліндегі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формаларына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30703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МАҚАЛАСЫ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2239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және кез келген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өз сөзің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06946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26854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Курстың бүкіл қазақ мәтіні — сегіз жаңа сабақ та, қалған он сегізі де — тіл иесінің қатысуынсыз жазылған және мұғалімнің тексеруінен өтуде. Тексеруге арналған толық тізім жобада жатыр.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мақала,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Автоматты түрде жиналады. Дайын файл — Releases бөлімінде: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04170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230050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Ол бір рет жүктеліп, әрі қарай интернетсіз жұмыс істейді — тексерілді: желіге бірде-бір сұрау кетпейді.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Нобай тексерусіз сенімнің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бүкіл курсты мұғалімнің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Баяндамадағы әр санды жоба деректерімен салыстыру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84734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757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2038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оқушыларға қазақ тілінің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кедергі болды.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 Нобай дұрыс ой еді — екінші нұсқа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оны жұмыс істейтін күйге жеткізді.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Бүкіл қазақ мәтінін мұғалімнің тексеруі — 168 мың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таңба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1111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1111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